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Lesson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Uploading Files &amp; Deploying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 GitHub Pages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4F8"/>
                </a:solidFill>
              </a:rPr>
              <a:t>Step-by-Step Instructions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Learning Objectives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417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By the end of this lesson, you will: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97280" y="201168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Upload your project files to GitHub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Deploy your website using GitHub Pages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Access your live website URL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</a:rPr>
              <a:t>💡 Tip: Have your project files ready before starting!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1: Upload Your Project Files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Navigate to Your Repository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Go to github.com and find your repo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Upload Files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6974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Drag and drop or choose files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Commit Your Files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Save changes to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1: Navigate to Your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Go to github.com and sign 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Click on your profile icon (top right)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Select Your repositories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Click on IB-computer-science (or your repository name)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36576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</a:rPr>
              <a:t>Your repository is currently empty, so you'll see a setup screen.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2: Upload Files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801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Option A: Drag and Drop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887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Click the blue link 'uploading an existing file'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Drag your files from your computer to the upload area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Include: index.html, styles.css, images folder, etc.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30175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Option B: Choose Files Button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383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Click 'uploading an existing file'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Click the choose your files button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Select all project files and click Open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3: Commit Your Files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0"/>
            <a:ext cx="7589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Scroll down to the 'Commit changes' section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You'll see 'Add files via upload' in the message box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You can keep this or change it to something like: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   'Upload website files' or 'Initial commit'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Click the green Commit changes button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3840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Success! Your files now appear in your repository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2: Deploy with GitHub Pages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Open Repository Settings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Find Settings tab at the top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Navigate to Pages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Click Pages in left sidebar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Configure Deployment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Select branch and save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Access Your Live Site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7947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Get your website URL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4: Open Repository Settings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At the top of your repository page, find these tabs: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   Code | Issues | Pull requests | Settings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Click on Settings (it's on the far right)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017520"/>
            <a:ext cx="320040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4"/>
          <p:cNvSpPr/>
          <p:nvPr/>
        </p:nvSpPr>
        <p:spPr>
          <a:xfrm>
            <a:off x="164592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400E"/>
                </a:solidFill>
              </a:rPr>
              <a:t>Note: If you don't see Settings, make sure you're the repository owner and signed 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5: Navigate to Pages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On the left sidebar, scroll down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Find and click Pages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It's under the 'Code and automation' section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48640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3200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Pages Section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3566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This is where you'll configure GitHub Pages to host your website for free.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6: Configure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You'll see 'Build and deployment' section: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64008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Source: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Deploy from a branch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Branch: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main (or master)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291840"/>
            <a:ext cx="64008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Folder: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/ (root)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Click Save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Step 7: Access Your Live Website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GitHub will build your website (takes 1-2 minutes)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Refresh the page after a minute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You'll see: 'Your site is live at...'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29260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Your URL Format: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3291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https://username.github.io/repository-name/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4114800"/>
            <a:ext cx="36576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🎉 Your Website is Live!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Common Issues &amp; Solutions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404 - Page Not Found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→ Ensure your file is named index.html (lowercase)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1031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Settings tab is missing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4400" y="2331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→ You must be the repository owner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834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Branch dropdown is empty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1440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→ Upload files first before configuring Pages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566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CSS/Images not loading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1440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→ Check file paths - use relative paths like styles.css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Practice Exercise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2801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Task: Deploy Your First Website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Create a simple index.html file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Include: title, heading, paragraph with your name and class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Upload it to your GitHub repository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Deploy using GitHub Pages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Share your live URL with your teacher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2062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Quick Reference Checklist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Files uploaded to repository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Went to Settings → Pages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Selected 'Deploy from a branch'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Selected 'main' branch and '/ (root)' folder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Clicked Save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Waited 1-2 minutes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Visited the live URL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☐ Website loads successfully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Review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What file name must your main HTML file have?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Where do you find the Pages settings in GitHub?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What branch should you deploy from?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How long does it take for GitHub Pages to build?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What's the URL pattern for GitHub Pages?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40690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</a:rPr>
              <a:t>💡 Answers in your lesson handout!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🎓 Lesson Complete!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4F8"/>
                </a:solidFill>
              </a:rPr>
              <a:t>You now know how to deploy websites to GitHub Pages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8"/>
                </a:solidFill>
              </a:rPr>
              <a:t>Next: Lesson 3 - Updating Your Website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2: GitHub Deployment</dc:title>
  <dc:subject>PptxGenJS Presentation</dc:subject>
  <dc:creator>IB Computer Science</dc:creator>
  <cp:lastModifiedBy>IB Computer Science</cp:lastModifiedBy>
  <cp:revision>1</cp:revision>
  <dcterms:created xsi:type="dcterms:W3CDTF">2026-05-12T08:34:12Z</dcterms:created>
  <dcterms:modified xsi:type="dcterms:W3CDTF">2026-05-12T08:34:12Z</dcterms:modified>
</cp:coreProperties>
</file>