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Lexend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exend-regular.fntdata"/><Relationship Id="rId47" Type="http://schemas.openxmlformats.org/officeDocument/2006/relationships/slide" Target="slides/slide42.xml"/><Relationship Id="rId49" Type="http://schemas.openxmlformats.org/officeDocument/2006/relationships/font" Target="fonts/Lexe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9827d5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9827d5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9827d5e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9827d5e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9827d5e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9827d5e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29827d5e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29827d5e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9827d5e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9827d5e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29827d5e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29827d5e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9827d5e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9827d5e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29827d5e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29827d5e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9827d5e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29827d5e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9827d5e6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29827d5e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9827d5e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9827d5e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29827d5e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29827d5e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9827d5e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29827d5e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29827d5e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29827d5e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29827d5e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29827d5e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29827d5e6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29827d5e6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29827d5e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29827d5e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29827d5e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29827d5e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29827d5e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29827d5e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29827d5e6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29827d5e6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29827d5e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29827d5e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9827d5e6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29827d5e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29827d5e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29827d5e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29827d5e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29827d5e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29827d5e6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29827d5e6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29827d5e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29827d5e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29827d5e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29827d5e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29827d5e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29827d5e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29827d5e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29827d5e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29827d5e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29827d5e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29827d5e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29827d5e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29827d5e6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29827d5e6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29827d5e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29827d5e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29827d5e6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29827d5e6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29827d5e6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29827d5e6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29827d5e6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929827d5e6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29827d5e6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29827d5e6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29827d5e6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29827d5e6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29827d5e6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929827d5e6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29827d5e6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29827d5e6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29827d5e6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29827d5e6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29827d5e6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929827d5e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Relationship Id="rId4" Type="http://schemas.openxmlformats.org/officeDocument/2006/relationships/hyperlink" Target="https://www.youtube.com/watch?v=I-pQH_krD0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500"/>
              <a:t>A 1.2.  Representing Data</a:t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88650" y="162725"/>
            <a:ext cx="85206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 1.2.1 -A1.2.2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66550" y="750663"/>
            <a:ext cx="7952100" cy="960600"/>
          </a:xfrm>
          <a:prstGeom prst="rect">
            <a:avLst/>
          </a:prstGeom>
          <a:solidFill>
            <a:srgbClr val="E06666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86"/>
              <a:t>Inquiry Statement  : </a:t>
            </a:r>
            <a:endParaRPr sz="458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586"/>
              <a:t>Describe the principal methods of representing data. - Explain how binary is used to store data.</a:t>
            </a:r>
            <a:endParaRPr sz="458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586"/>
          </a:p>
        </p:txBody>
      </p:sp>
      <p:sp>
        <p:nvSpPr>
          <p:cNvPr id="62" name="Google Shape;62;p14"/>
          <p:cNvSpPr txBox="1"/>
          <p:nvPr/>
        </p:nvSpPr>
        <p:spPr>
          <a:xfrm>
            <a:off x="277950" y="1726500"/>
            <a:ext cx="8588100" cy="36327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Explain the concept of different number systems (binary, hexadecimal, decimal) and their significance in computing.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Identify the base of each number system and the range of digits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Explain the relationship between place values and powers of the base in each number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Integer Representation: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 positive integers in binary and hexadecimal notation.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Explain how the place value system works in binary and hexadecimal to represent different magnitudes.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ATL Skills: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Thinking: Apply critical thinking skills to analyze and solve conversion problems between different number systems.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Communication: Communicate effectively by clearly representing numbers in different notations and explaining conversion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7" y="88361"/>
            <a:ext cx="1368278" cy="136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</a:t>
            </a:r>
            <a:r>
              <a:rPr b="1" lang="en" sz="3100" u="sng"/>
              <a:t>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134925" y="1413900"/>
            <a:ext cx="4506600" cy="2503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Identify the and explain the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Components of Computer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641525" y="1413900"/>
            <a:ext cx="2363700" cy="25038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Describe the principal methods of representing data. - Explain how binary is used to store data.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612725" y="4078300"/>
            <a:ext cx="35313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0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900"/>
              <a:t>Explain the concept of different number systems (binary, hexadecimal, decimal) and their significance in computing.</a:t>
            </a:r>
            <a:endParaRPr sz="9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900"/>
              <a:t>Identify the base of each number system and the range of digits used.</a:t>
            </a:r>
            <a:endParaRPr sz="9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900"/>
              <a:t>Explain the relationship between place values and powers of the base in each number system.</a:t>
            </a:r>
            <a:endParaRPr sz="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5301" y="1486130"/>
            <a:ext cx="1885879" cy="2277025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0" y="900925"/>
            <a:ext cx="8839198" cy="2045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096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972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92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641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08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4223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2844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842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2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2420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22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938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12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722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003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42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42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825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29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12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00" y="1127900"/>
            <a:ext cx="8839199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875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3592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41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07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187000"/>
            <a:ext cx="8839199" cy="949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3525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60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320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7"/>
          <p:cNvPicPr preferRelativeResize="0"/>
          <p:nvPr/>
        </p:nvPicPr>
        <p:blipFill rotWithShape="1">
          <a:blip r:embed="rId3">
            <a:alphaModFix/>
          </a:blip>
          <a:srcRect b="4930" l="-12710" r="12710" t="-4930"/>
          <a:stretch/>
        </p:blipFill>
        <p:spPr>
          <a:xfrm>
            <a:off x="-1044800" y="448000"/>
            <a:ext cx="8839202" cy="386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3848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918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3362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3381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3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47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7852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4"/>
          <p:cNvSpPr txBox="1"/>
          <p:nvPr/>
        </p:nvSpPr>
        <p:spPr>
          <a:xfrm>
            <a:off x="3690200" y="732975"/>
            <a:ext cx="515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https://www.youtube.com/watch?v=I-pQH_krD0M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