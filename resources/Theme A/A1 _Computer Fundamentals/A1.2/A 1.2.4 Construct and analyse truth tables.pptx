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5143500" cx="9144000"/>
  <p:notesSz cx="9144000" cy="6858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notesGuideLst>
    </p:ext>
    <p:ext uri="GoogleSlidesCustomDataVersion2">
      <go:slidesCustomData xmlns:go="http://customooxmlschemas.google.com/" r:id="rId19" roundtripDataSignature="AMtx7mjvvVMSDA+vAxnvu+fGMJwkaU7tb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19" Type="http://customschemas.google.com/relationships/presentationmetadata" Target="metadata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179484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651391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be02ba6c1a_0_106:notes"/>
          <p:cNvSpPr/>
          <p:nvPr>
            <p:ph idx="2" type="sldImg"/>
          </p:nvPr>
        </p:nvSpPr>
        <p:spPr>
          <a:xfrm>
            <a:off x="508400" y="514350"/>
            <a:ext cx="81279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g3be02ba6c1a_0_10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4" name="Google Shape;144;p1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0" name="Google Shape;150;p2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c2b147050a_0_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c2b147050a_0_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g3c2b147050a_0_3:notes"/>
          <p:cNvSpPr txBox="1"/>
          <p:nvPr>
            <p:ph idx="12" type="sldNum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c2b147050a_0_1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c2b147050a_0_1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g3c2b147050a_0_10:notes"/>
          <p:cNvSpPr txBox="1"/>
          <p:nvPr>
            <p:ph idx="12" type="sldNum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c2b147050a_0_1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c2b147050a_0_1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g3c2b147050a_0_15:notes"/>
          <p:cNvSpPr txBox="1"/>
          <p:nvPr>
            <p:ph idx="12" type="sldNum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c2b147050a_0_1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c2b147050a_0_1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g3c2b147050a_0_19:notes"/>
          <p:cNvSpPr txBox="1"/>
          <p:nvPr>
            <p:ph idx="12" type="sldNum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c2b147050a_0_2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c2b147050a_0_2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g3c2b147050a_0_23:notes"/>
          <p:cNvSpPr txBox="1"/>
          <p:nvPr>
            <p:ph idx="12" type="sldNum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c2b147050a_0_2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c2b147050a_0_2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g3c2b147050a_0_27:notes"/>
          <p:cNvSpPr txBox="1"/>
          <p:nvPr>
            <p:ph idx="12" type="sldNum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c2b147050a_0_3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c2b147050a_0_3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g3c2b147050a_0_31:notes"/>
          <p:cNvSpPr txBox="1"/>
          <p:nvPr>
            <p:ph idx="12" type="sldNum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c2b147050a_0_3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c2b147050a_0_3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g3c2b147050a_0_35:notes"/>
          <p:cNvSpPr txBox="1"/>
          <p:nvPr>
            <p:ph idx="12" type="sldNum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c2b147050a_0_4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c2b147050a_0_4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g3c2b147050a_0_45:notes"/>
          <p:cNvSpPr txBox="1"/>
          <p:nvPr>
            <p:ph idx="12" type="sldNum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Relationship Id="rId3" Type="http://schemas.openxmlformats.org/officeDocument/2006/relationships/image" Target="../media/image7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be02ba6c1a_0_11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5" name="Google Shape;15;g3be02ba6c1a_0_11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6" name="Google Shape;16;g3be02ba6c1a_0_1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3be02ba6c1a_0_11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g3be02ba6c1a_0_1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3be02ba6c1a_0_1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g3be02ba6c1a_0_1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g3be02ba6c1a_0_1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3be02ba6c1a_0_1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" name="Google Shape;26;g3be02ba6c1a_0_12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g3be02ba6c1a_0_12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g3be02ba6c1a_0_1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g3be02ba6c1a_0_1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" name="Google Shape;31;g3be02ba6c1a_0_1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3be02ba6c1a_0_134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g3be02ba6c1a_0_134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g3be02ba6c1a_0_1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3be02ba6c1a_0_13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8" name="Google Shape;38;g3be02ba6c1a_0_1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be02ba6c1a_0_14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g3be02ba6c1a_0_14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g3be02ba6c1a_0_14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g3be02ba6c1a_0_14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4" name="Google Shape;44;g3be02ba6c1a_0_1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3be02ba6c1a_0_147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7" name="Google Shape;47;g3be02ba6c1a_0_1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be02ba6c1a_0_150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0" name="Google Shape;50;g3be02ba6c1a_0_150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1" name="Google Shape;51;g3be02ba6c1a_0_1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be02ba6c1a_0_15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Slide" type="title">
  <p:cSld name="TITLE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0"/>
          <p:cNvSpPr txBox="1"/>
          <p:nvPr>
            <p:ph type="ctrTitle"/>
          </p:nvPr>
        </p:nvSpPr>
        <p:spPr>
          <a:xfrm>
            <a:off x="685800" y="1597821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20"/>
          <p:cNvSpPr txBox="1"/>
          <p:nvPr>
            <p:ph idx="1" type="subTitle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3" name="Google Shape;63;p20"/>
          <p:cNvSpPr txBox="1"/>
          <p:nvPr>
            <p:ph idx="10" type="dt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0"/>
          <p:cNvSpPr txBox="1"/>
          <p:nvPr>
            <p:ph idx="11" type="ftr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0"/>
          <p:cNvSpPr txBox="1"/>
          <p:nvPr>
            <p:ph idx="12" type="sldNum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1"/>
          <p:cNvSpPr txBox="1"/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1"/>
          <p:cNvSpPr txBox="1"/>
          <p:nvPr>
            <p:ph idx="1" type="body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9" name="Google Shape;69;p21"/>
          <p:cNvSpPr txBox="1"/>
          <p:nvPr>
            <p:ph idx="10" type="dt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1"/>
          <p:cNvSpPr txBox="1"/>
          <p:nvPr>
            <p:ph idx="11" type="ftr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1"/>
          <p:cNvSpPr txBox="1"/>
          <p:nvPr>
            <p:ph idx="12" type="sldNum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73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22"/>
          <p:cNvSpPr txBox="1"/>
          <p:nvPr>
            <p:ph idx="10" type="dt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2"/>
          <p:cNvSpPr txBox="1"/>
          <p:nvPr>
            <p:ph idx="11" type="ftr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2"/>
          <p:cNvSpPr txBox="1"/>
          <p:nvPr>
            <p:ph idx="12" type="sldNum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7" name="Google Shape;77;p22"/>
          <p:cNvSpPr/>
          <p:nvPr/>
        </p:nvSpPr>
        <p:spPr>
          <a:xfrm>
            <a:off x="-4432" y="75684"/>
            <a:ext cx="9152864" cy="407834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\Users\d.taylor_wso\Documents\Documents\Branding\GEMS corner swoosh\GEMS_A4_BLUE_EDUCATION_CMYK.png" id="78" name="Google Shape;7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76256" y="2886389"/>
            <a:ext cx="2278376" cy="2278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3"/>
          <p:cNvSpPr txBox="1"/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3"/>
          <p:cNvSpPr txBox="1"/>
          <p:nvPr>
            <p:ph idx="1" type="body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82" name="Google Shape;82;p23"/>
          <p:cNvSpPr txBox="1"/>
          <p:nvPr>
            <p:ph idx="10" type="dt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3"/>
          <p:cNvSpPr txBox="1"/>
          <p:nvPr>
            <p:ph idx="11" type="ftr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3"/>
          <p:cNvSpPr txBox="1"/>
          <p:nvPr>
            <p:ph idx="12" type="sldNum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4"/>
          <p:cNvSpPr txBox="1"/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24"/>
          <p:cNvSpPr txBox="1"/>
          <p:nvPr>
            <p:ph idx="1" type="body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88" name="Google Shape;88;p24"/>
          <p:cNvSpPr txBox="1"/>
          <p:nvPr>
            <p:ph idx="2" type="body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89" name="Google Shape;89;p24"/>
          <p:cNvSpPr txBox="1"/>
          <p:nvPr>
            <p:ph idx="10" type="dt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24"/>
          <p:cNvSpPr txBox="1"/>
          <p:nvPr>
            <p:ph idx="11" type="ftr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24"/>
          <p:cNvSpPr txBox="1"/>
          <p:nvPr>
            <p:ph idx="12" type="sldNum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5"/>
          <p:cNvSpPr txBox="1"/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25"/>
          <p:cNvSpPr txBox="1"/>
          <p:nvPr>
            <p:ph idx="1" type="body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95" name="Google Shape;95;p25"/>
          <p:cNvSpPr txBox="1"/>
          <p:nvPr>
            <p:ph idx="2" type="body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96" name="Google Shape;96;p25"/>
          <p:cNvSpPr txBox="1"/>
          <p:nvPr>
            <p:ph idx="3" type="body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97" name="Google Shape;97;p25"/>
          <p:cNvSpPr txBox="1"/>
          <p:nvPr>
            <p:ph idx="4" type="body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98" name="Google Shape;98;p25"/>
          <p:cNvSpPr txBox="1"/>
          <p:nvPr>
            <p:ph idx="10" type="dt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25"/>
          <p:cNvSpPr txBox="1"/>
          <p:nvPr>
            <p:ph idx="11" type="ftr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25"/>
          <p:cNvSpPr txBox="1"/>
          <p:nvPr>
            <p:ph idx="12" type="sldNum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6"/>
          <p:cNvSpPr txBox="1"/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26"/>
          <p:cNvSpPr txBox="1"/>
          <p:nvPr>
            <p:ph idx="10" type="dt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26"/>
          <p:cNvSpPr txBox="1"/>
          <p:nvPr>
            <p:ph idx="11" type="ftr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26"/>
          <p:cNvSpPr txBox="1"/>
          <p:nvPr>
            <p:ph idx="12" type="sldNum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7"/>
          <p:cNvSpPr txBox="1"/>
          <p:nvPr>
            <p:ph idx="10" type="dt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27"/>
          <p:cNvSpPr txBox="1"/>
          <p:nvPr>
            <p:ph idx="11" type="ftr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27"/>
          <p:cNvSpPr txBox="1"/>
          <p:nvPr>
            <p:ph idx="12" type="sldNum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8"/>
          <p:cNvSpPr txBox="1"/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28"/>
          <p:cNvSpPr txBox="1"/>
          <p:nvPr>
            <p:ph idx="1" type="body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13" name="Google Shape;113;p28"/>
          <p:cNvSpPr txBox="1"/>
          <p:nvPr>
            <p:ph idx="2" type="body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14" name="Google Shape;114;p28"/>
          <p:cNvSpPr txBox="1"/>
          <p:nvPr>
            <p:ph idx="10" type="dt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28"/>
          <p:cNvSpPr txBox="1"/>
          <p:nvPr>
            <p:ph idx="11" type="ftr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28"/>
          <p:cNvSpPr txBox="1"/>
          <p:nvPr>
            <p:ph idx="12" type="sldNum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9"/>
          <p:cNvSpPr txBox="1"/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29"/>
          <p:cNvSpPr/>
          <p:nvPr>
            <p:ph idx="2" type="pic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20" name="Google Shape;120;p29"/>
          <p:cNvSpPr txBox="1"/>
          <p:nvPr>
            <p:ph idx="1" type="body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21" name="Google Shape;121;p29"/>
          <p:cNvSpPr txBox="1"/>
          <p:nvPr>
            <p:ph idx="10" type="dt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29"/>
          <p:cNvSpPr txBox="1"/>
          <p:nvPr>
            <p:ph idx="11" type="ftr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29"/>
          <p:cNvSpPr txBox="1"/>
          <p:nvPr>
            <p:ph idx="12" type="sldNum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0"/>
          <p:cNvSpPr txBox="1"/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30"/>
          <p:cNvSpPr txBox="1"/>
          <p:nvPr>
            <p:ph idx="1" type="body"/>
          </p:nvPr>
        </p:nvSpPr>
        <p:spPr>
          <a:xfrm rot="5400000">
            <a:off x="2874963" y="-1217612"/>
            <a:ext cx="3394075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7" name="Google Shape;127;p30"/>
          <p:cNvSpPr txBox="1"/>
          <p:nvPr>
            <p:ph idx="10" type="dt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30"/>
          <p:cNvSpPr txBox="1"/>
          <p:nvPr>
            <p:ph idx="11" type="ftr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30"/>
          <p:cNvSpPr txBox="1"/>
          <p:nvPr>
            <p:ph idx="12" type="sldNum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1"/>
          <p:cNvSpPr txBox="1"/>
          <p:nvPr>
            <p:ph type="title"/>
          </p:nvPr>
        </p:nvSpPr>
        <p:spPr>
          <a:xfrm rot="5400000">
            <a:off x="5463778" y="1371601"/>
            <a:ext cx="4388644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31"/>
          <p:cNvSpPr txBox="1"/>
          <p:nvPr>
            <p:ph idx="1" type="body"/>
          </p:nvPr>
        </p:nvSpPr>
        <p:spPr>
          <a:xfrm rot="5400000">
            <a:off x="1272778" y="-609599"/>
            <a:ext cx="4388644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3" name="Google Shape;133;p31"/>
          <p:cNvSpPr txBox="1"/>
          <p:nvPr>
            <p:ph idx="10" type="dt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31"/>
          <p:cNvSpPr txBox="1"/>
          <p:nvPr>
            <p:ph idx="11" type="ftr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31"/>
          <p:cNvSpPr txBox="1"/>
          <p:nvPr>
            <p:ph idx="12" type="sldNum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be02ba6c1a_0_1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g3be02ba6c1a_0_11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g3be02ba6c1a_0_1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/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6" name="Google Shape;56;p19"/>
          <p:cNvSpPr txBox="1"/>
          <p:nvPr>
            <p:ph idx="1" type="body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7" name="Google Shape;57;p19"/>
          <p:cNvSpPr txBox="1"/>
          <p:nvPr>
            <p:ph idx="10" type="dt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8" name="Google Shape;58;p19"/>
          <p:cNvSpPr txBox="1"/>
          <p:nvPr>
            <p:ph idx="11" type="ftr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9" name="Google Shape;59;p19"/>
          <p:cNvSpPr txBox="1"/>
          <p:nvPr>
            <p:ph idx="12" type="sldNum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be02ba6c1a_0_10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-US"/>
              <a:t>COMPUTER FUNDAMENTALS</a:t>
            </a:r>
            <a:endParaRPr/>
          </a:p>
        </p:txBody>
      </p:sp>
      <p:sp>
        <p:nvSpPr>
          <p:cNvPr id="141" name="Google Shape;141;g3be02ba6c1a_0_10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5200"/>
              <a:t>A 1.2.4 Construct and analyse truth tables</a:t>
            </a:r>
            <a:endParaRPr sz="52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t/>
            </a:r>
            <a:endParaRPr b="1" sz="75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"/>
          <p:cNvSpPr/>
          <p:nvPr/>
        </p:nvSpPr>
        <p:spPr>
          <a:xfrm>
            <a:off x="0" y="267494"/>
            <a:ext cx="9143998" cy="562681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/>
              <a:t>KEY Questions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7" name="Google Shape;147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0025" y="1593900"/>
            <a:ext cx="8835999" cy="187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1600">
        <p14:prism dir="l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"/>
          <p:cNvSpPr/>
          <p:nvPr/>
        </p:nvSpPr>
        <p:spPr>
          <a:xfrm>
            <a:off x="0" y="267494"/>
            <a:ext cx="9143998" cy="562681"/>
          </a:xfrm>
          <a:prstGeom prst="rect">
            <a:avLst/>
          </a:prstGeom>
          <a:solidFill>
            <a:srgbClr val="DB178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2"/>
          <p:cNvSpPr txBox="1"/>
          <p:nvPr/>
        </p:nvSpPr>
        <p:spPr>
          <a:xfrm>
            <a:off x="281105" y="3051613"/>
            <a:ext cx="3121500" cy="16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ATL– </a:t>
            </a:r>
            <a:endParaRPr b="1" i="1" sz="1400" u="sng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Collaboration, Critical thinking, Curiosity, Creativity, Communication, Confidence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1" sz="14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1" sz="14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"/>
          <p:cNvSpPr txBox="1"/>
          <p:nvPr/>
        </p:nvSpPr>
        <p:spPr>
          <a:xfrm>
            <a:off x="5820073" y="3465873"/>
            <a:ext cx="312160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HOT Question – Higher Order Thinking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Applications in Real Life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 result for Flame Transparent" id="155" name="Google Shape;155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48064" y="3277603"/>
            <a:ext cx="672009" cy="672009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2"/>
          <p:cNvSpPr txBox="1"/>
          <p:nvPr/>
        </p:nvSpPr>
        <p:spPr>
          <a:xfrm>
            <a:off x="251520" y="987574"/>
            <a:ext cx="45366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Lesson objective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To learn basic logic gates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To identify gates using different symbols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Create Truth Table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1" sz="1800" u="sng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 result for spectacles+transparency" id="157" name="Google Shape;157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53029" y="2909381"/>
            <a:ext cx="1118102" cy="638617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"/>
          <p:cNvSpPr txBox="1"/>
          <p:nvPr/>
        </p:nvSpPr>
        <p:spPr>
          <a:xfrm>
            <a:off x="5359419" y="879942"/>
            <a:ext cx="3132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success criteria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2"/>
          <p:cNvSpPr/>
          <p:nvPr/>
        </p:nvSpPr>
        <p:spPr>
          <a:xfrm>
            <a:off x="5317332" y="1262063"/>
            <a:ext cx="3548012" cy="10618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All should be able to define different logic gates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Some would be able to create truth tables using 2 and three inputs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Few would be able to apply logic gates for equations </a:t>
            </a:r>
            <a:endParaRPr b="1" i="0" sz="1050" u="none" cap="none" strike="noStrike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1600">
        <p14:prism dir="l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g3c2b147050a_0_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3625" y="109075"/>
            <a:ext cx="7386774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g3c2b147050a_0_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588522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g3c2b147050a_0_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7300" y="152400"/>
            <a:ext cx="753755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g3c2b147050a_0_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081796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g3c2b147050a_0_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7375" y="498900"/>
            <a:ext cx="8839201" cy="28056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g3c2b147050a_0_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7915158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g3c2b147050a_0_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9800" y="152400"/>
            <a:ext cx="7237834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g3c2b147050a_0_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800" y="379800"/>
            <a:ext cx="8839199" cy="37882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g3c2b147050a_0_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7895582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2013-09-12T12:17:01Z</dcterms:created>
  <dc:creator>PRE wso</dc:creator>
</cp:coreProperties>
</file>