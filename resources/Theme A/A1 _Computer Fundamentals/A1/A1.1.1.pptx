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Lexen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exend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exen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0e19ed07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0e19ed07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0e19ed07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0e19ed07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0e19ed07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0e19ed07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0e19ed07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0e19ed07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0e19ed07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0e19ed07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0e19ed07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0e19ed07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0e19ed07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0e19ed07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0e19ed07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0e19ed07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0e19ed07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0e19ed07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0e19ed07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0e19ed07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rgbClr val="B6D7A8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FUNDAMENTALS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500"/>
              <a:t>A 1.1 Computer Hardware and </a:t>
            </a:r>
            <a:r>
              <a:rPr b="1" lang="en" sz="7500"/>
              <a:t>Operation</a:t>
            </a:r>
            <a:endParaRPr b="1" sz="7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88650" y="162725"/>
            <a:ext cx="8520600" cy="5727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A 1.1.1 The CPU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772900" y="735425"/>
            <a:ext cx="7952100" cy="960600"/>
          </a:xfrm>
          <a:prstGeom prst="rect">
            <a:avLst/>
          </a:prstGeom>
          <a:solidFill>
            <a:srgbClr val="E06666"/>
          </a:solidFill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586"/>
              <a:t>Inquiry Statement  : </a:t>
            </a:r>
            <a:r>
              <a:rPr lang="en" sz="4586"/>
              <a:t>Describe the functions and interactions of the main CPU components.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277950" y="1726500"/>
            <a:ext cx="8588100" cy="34170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Students will be able to analyse the data flow and instructions within the CPU during the fetch-decode-execute cycle.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Students will be able to explain how buses facilitate communication between CPU components.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Students can evaluate the advantages and disadvantages of different processor types.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ATL Skills: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Communication: Students will effectively communicate their understanding of CPU architecture through discussions, presentations, and written explanations.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Collaboration: Students will work collaboratively in groups to analyse diagrams, solve problems, and complete activities.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Critical Thinking: Students will analyse the relationships between CPU components, evaluate different processor designs, and apply their knowledge to real-world scenarios.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Literacy: Students will effectively use online resources and research to deepen their understanding of CPU architecture.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427" y="88361"/>
            <a:ext cx="1368278" cy="1368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856050" y="466200"/>
            <a:ext cx="743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" sz="3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Now Activity (</a:t>
            </a:r>
            <a:r>
              <a:rPr b="1" lang="en" sz="3100" u="sng"/>
              <a:t>5 mins)</a:t>
            </a:r>
            <a:endParaRPr b="1" i="0" sz="31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291100" y="1375800"/>
            <a:ext cx="7431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134925" y="1413900"/>
            <a:ext cx="4506600" cy="2503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Identify the and explain the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Components of Computer</a:t>
            </a:r>
            <a:endParaRPr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641525" y="1413900"/>
            <a:ext cx="2363700" cy="25038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500">
                <a:latin typeface="Trebuchet MS"/>
                <a:ea typeface="Trebuchet MS"/>
                <a:cs typeface="Trebuchet MS"/>
                <a:sym typeface="Trebuchet MS"/>
              </a:rPr>
              <a:t>TOK </a:t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what extent can data manipulation be considered an objective process when human judgment influences how databases are designed and interpreted?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128425" y="4072500"/>
            <a:ext cx="9015600" cy="10338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Describe the functions and interactions of the main CPU components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612725" y="4078300"/>
            <a:ext cx="3531300" cy="10338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000"/>
              <a:t>I can  identify and describe the main components of a CPU (ALU, CU, registers).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000"/>
              <a:t>I can explain the functions of each CPU component and how they interact.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000"/>
              <a:t>I can differentiate between single-core, multi-core, and co-processors.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b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43901" y="1477743"/>
            <a:ext cx="1885879" cy="2277025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201025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3768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TASK 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14575"/>
            <a:ext cx="3343500" cy="21267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7"/>
              <a:t>LEVEL 1 : Table 1</a:t>
            </a:r>
            <a:endParaRPr sz="230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7"/>
              <a:t>Create a PPT explaining  the functions of each CPU component and how they interact .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5557075" y="1017725"/>
            <a:ext cx="3343500" cy="2126700"/>
          </a:xfrm>
          <a:prstGeom prst="rect">
            <a:avLst/>
          </a:prstGeom>
          <a:solidFill>
            <a:srgbClr val="F4CCCC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7"/>
              <a:t>LEVEL 2 : Table 2</a:t>
            </a:r>
            <a:endParaRPr sz="230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7"/>
              <a:t>Create a mindmap and differentiate between single-core, multi-core, and co-processors.</a:t>
            </a:r>
            <a:endParaRPr sz="2307"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2802050" y="3016800"/>
            <a:ext cx="3343500" cy="2126700"/>
          </a:xfrm>
          <a:prstGeom prst="rect">
            <a:avLst/>
          </a:prstGeom>
          <a:solidFill>
            <a:srgbClr val="A4C2F4"/>
          </a:solidFill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7"/>
              <a:t>LEVEL 1 : Table 3/4</a:t>
            </a:r>
            <a:endParaRPr sz="23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7"/>
              <a:t>Create a PPT d</a:t>
            </a:r>
            <a:r>
              <a:rPr lang="en" sz="2307"/>
              <a:t>escribing the main components of a CPU (ALU, CU, registers)</a:t>
            </a:r>
            <a:endParaRPr sz="230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7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41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009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73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/>
        </p:nvSpPr>
        <p:spPr>
          <a:xfrm>
            <a:off x="0" y="0"/>
            <a:ext cx="8937900" cy="45561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Evaluate (5 minutes)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students to answer individually as they leave the class: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"What are the two main units of the CPU, and what do they do?"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"Which register holds the address of the next instruction to be executed?"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"What is the purpose of the data bus?"</a:t>
            </a:r>
            <a:endParaRPr sz="3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00" y="1125500"/>
            <a:ext cx="8467725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