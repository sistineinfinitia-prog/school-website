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Lexen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Lexend-bold.fntdata"/><Relationship Id="rId10" Type="http://schemas.openxmlformats.org/officeDocument/2006/relationships/slide" Target="slides/slide5.xml"/><Relationship Id="rId21" Type="http://schemas.openxmlformats.org/officeDocument/2006/relationships/font" Target="fonts/Lexen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0e19ed07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0e19ed07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0e19ed07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0e19ed07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0e19ed07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0e19ed07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0e19ed07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0e19ed07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62d6d67f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62d6d67f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62d6d67f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62d6d67f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62d6d67f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62d6d67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2d6d67f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2d6d67f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62d6d67f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62d6d67f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62d6d67f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62d6d67f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62d6d67f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62d6d67f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0e19ed07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0e19ed07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0e19ed07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0e19ed07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0e19ed07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0e19ed07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rgbClr val="B6D7A8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FUNDAMENTALS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7500"/>
              <a:t>A 1.1 .6 COMPUTER HARDWARE AND OPERATIONS</a:t>
            </a:r>
            <a:endParaRPr b="1" sz="7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88650" y="162725"/>
            <a:ext cx="8520600" cy="572700"/>
          </a:xfrm>
          <a:prstGeom prst="rect">
            <a:avLst/>
          </a:prstGeom>
          <a:solidFill>
            <a:srgbClr val="FFF2CC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A 1.1.1 The CPU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720575" y="885363"/>
            <a:ext cx="7952100" cy="6912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586"/>
              <a:t>Inquiry Statement : </a:t>
            </a:r>
            <a:r>
              <a:rPr lang="en" sz="4586"/>
              <a:t>Describe the process of pipelining in multi-core architectures. (HL only)</a:t>
            </a:r>
            <a:endParaRPr sz="4586"/>
          </a:p>
        </p:txBody>
      </p:sp>
      <p:sp>
        <p:nvSpPr>
          <p:cNvPr id="62" name="Google Shape;62;p14"/>
          <p:cNvSpPr txBox="1"/>
          <p:nvPr/>
        </p:nvSpPr>
        <p:spPr>
          <a:xfrm>
            <a:off x="488650" y="1576575"/>
            <a:ext cx="8588100" cy="3417000"/>
          </a:xfrm>
          <a:prstGeom prst="rect">
            <a:avLst/>
          </a:prstGeom>
          <a:solidFill>
            <a:srgbClr val="90C22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Skills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Students will be able to analyse the flow of instructions through a pipeline and identify potential hazards.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Students will be able to evaluate the impact of pipelining on instruction throughput and execution time.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Students will be able to explain the advantages of multi-core processors for multitasking and parallel processing.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ATL (Approaches to Learning) Skills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Communication: Students will effectively communicate their understanding of pipelining and multi-core architectures through discussions, presentations, and written explanations.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Collaboration: Students will work collaboratively in groups to analyze diagrams, solve problems, and complete activities related to pipelining.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Critical Thinking: Students will analyze the benefits and challenges of pipelining, evaluate its impact on CPU performance, and apply their knowledge to optimize instruction execution.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Information Literacy: Students will effectively use online resources and research to deepen their understanding of pipelining and multi-core architectures.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427" y="88361"/>
            <a:ext cx="1368278" cy="1368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3825" y="0"/>
            <a:ext cx="800197" cy="1381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828" y="1381056"/>
            <a:ext cx="800197" cy="149698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856050" y="466200"/>
            <a:ext cx="743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" sz="3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Now Activity (</a:t>
            </a:r>
            <a:r>
              <a:rPr b="1" lang="en" sz="3100" u="sng"/>
              <a:t>5 mins)</a:t>
            </a:r>
            <a:endParaRPr b="1" i="0" sz="31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291100" y="1375800"/>
            <a:ext cx="7431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134925" y="1413900"/>
            <a:ext cx="4506600" cy="2503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Identify the and explain the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Components of Computer</a:t>
            </a:r>
            <a:endParaRPr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7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641525" y="1413900"/>
            <a:ext cx="2363700" cy="25038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500">
                <a:latin typeface="Trebuchet MS"/>
                <a:ea typeface="Trebuchet MS"/>
                <a:cs typeface="Trebuchet MS"/>
                <a:sym typeface="Trebuchet MS"/>
              </a:rPr>
              <a:t>TOK </a:t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5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what extent can data manipulation be considered an objective process when human judgment influences how databases are designed and interpreted?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43826" y="2878053"/>
            <a:ext cx="800185" cy="119444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128425" y="4072500"/>
            <a:ext cx="9015600" cy="1033800"/>
          </a:xfrm>
          <a:prstGeom prst="rect">
            <a:avLst/>
          </a:prstGeom>
          <a:solidFill>
            <a:srgbClr val="90C226"/>
          </a:solidFill>
          <a:ln cap="flat" cmpd="sng" w="25400">
            <a:solidFill>
              <a:srgbClr val="698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128425" y="4313151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282610" y="4168994"/>
            <a:ext cx="375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128425" y="4240825"/>
            <a:ext cx="5484300" cy="788400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Intention: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Describe the process of pipelining in multi-core architectures.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612725" y="4020325"/>
            <a:ext cx="3589200" cy="1033800"/>
          </a:xfrm>
          <a:prstGeom prst="rect">
            <a:avLst/>
          </a:prstGeom>
          <a:noFill/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Success Criteria</a:t>
            </a: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n" sz="800"/>
              <a:t>Students will be able to analyse the flow of instructions through a pipeline and identify potential hazards.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n" sz="800"/>
              <a:t>Students will be able to evaluate the impact of pipelining on instruction throughput and execution time.</a:t>
            </a:r>
            <a:endParaRPr sz="8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-"/>
            </a:pPr>
            <a:r>
              <a:rPr lang="en" sz="800"/>
              <a:t>Students will be able to explain the advantages of multi-core processors for multitasking and parallel processing.</a:t>
            </a:r>
            <a:endParaRPr sz="8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43901" y="1477743"/>
            <a:ext cx="1885879" cy="2277025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2C3C4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3843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14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050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51225"/>
            <a:ext cx="8839202" cy="3080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575" y="1082725"/>
            <a:ext cx="8839200" cy="2614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177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177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4125"/>
            <a:ext cx="8839202" cy="3030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40550"/>
            <a:ext cx="8839198" cy="3002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TASK 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14575"/>
            <a:ext cx="3343500" cy="21267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7"/>
              <a:t>LEVEL 1 : Table 1</a:t>
            </a:r>
            <a:endParaRPr sz="230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7"/>
              <a:t>Create a mind map explaining the purpose of using pipelining 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5557075" y="1017725"/>
            <a:ext cx="3343500" cy="2126700"/>
          </a:xfrm>
          <a:prstGeom prst="rect">
            <a:avLst/>
          </a:prstGeom>
          <a:solidFill>
            <a:srgbClr val="F4CCCC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7"/>
              <a:t>LEVEL 2 : Table 2</a:t>
            </a:r>
            <a:endParaRPr sz="230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7"/>
              <a:t>Create a mind map explaining the future trends for Computer hardware</a:t>
            </a:r>
            <a:endParaRPr sz="2307"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2802050" y="3016800"/>
            <a:ext cx="3343500" cy="2126700"/>
          </a:xfrm>
          <a:prstGeom prst="rect">
            <a:avLst/>
          </a:prstGeom>
          <a:solidFill>
            <a:srgbClr val="A4C2F4"/>
          </a:solidFill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7"/>
              <a:t>LEVEL 1 : Table 3/4</a:t>
            </a:r>
            <a:endParaRPr sz="230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7"/>
              <a:t>Create a PPT explain the working of Pipelining</a:t>
            </a:r>
            <a:endParaRPr sz="230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7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/>
        </p:nvSpPr>
        <p:spPr>
          <a:xfrm>
            <a:off x="52325" y="524550"/>
            <a:ext cx="8937900" cy="4094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Evaluate (5 minutes)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Students will be able to explain the concept of pipelining and how it improves CPU performance.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Students will be able to describe the four stages of pipelining (fetch, decode, execute, write-back) and their functions.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Students will be able to explain how pipelining works in multi-core architectures, where each core has its own pipeline.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Students will be able to describe how cores in multi-core processors operate independently and in parallel.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/>
        </p:nvSpPr>
        <p:spPr>
          <a:xfrm>
            <a:off x="188400" y="648950"/>
            <a:ext cx="8584500" cy="1954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Extension Activities: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"Parallel Programming Challenge": Introduce students to basic parallel programming concepts and have them write a simple program that utilizes multiple cores.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"Research Current CPU Architectures": Students Research the latest CPU architectures from companies like Intel and AMD, focusing on how they implement pipelining and multi-core processing to achieve high performance.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