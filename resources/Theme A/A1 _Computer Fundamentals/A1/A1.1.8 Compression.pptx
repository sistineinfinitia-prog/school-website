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e19ed0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e19ed0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0e19ed07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0e19ed07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0e19ed0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0e19ed0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e19ed07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0e19ed07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2d6d67f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2d6d67f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2d6d67f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2d6d67f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2d6d67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2d6d67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2d6d67f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2d6d67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2d6d67f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2d6d67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2d6d67f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2d6d67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62d6d67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62d6d67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32f7b27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32f7b2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0e19ed07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0e19ed07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0e19ed07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0e19ed07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7500"/>
              <a:t>A 1.1 .8 Compression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88650" y="162725"/>
            <a:ext cx="8520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 1.1.1 The CPU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720575" y="885363"/>
            <a:ext cx="7952100" cy="6912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86"/>
              <a:t>Inquiry Statement : </a:t>
            </a:r>
            <a:r>
              <a:rPr lang="en" sz="7386"/>
              <a:t>Describe the concept of compression.</a:t>
            </a:r>
            <a:endParaRPr sz="738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586"/>
          </a:p>
        </p:txBody>
      </p:sp>
      <p:sp>
        <p:nvSpPr>
          <p:cNvPr id="62" name="Google Shape;62;p14"/>
          <p:cNvSpPr txBox="1"/>
          <p:nvPr/>
        </p:nvSpPr>
        <p:spPr>
          <a:xfrm>
            <a:off x="488650" y="1576575"/>
            <a:ext cx="8588100" cy="42792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Skills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analyse data and identify opportunities for compression using different techniques.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evaluate the suitability of different compression methods for various data types and applications.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can apply compression techniques to real-world examples and analyse the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ATL (Approaches to Learning) Skills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Communication: Students will effectively communicate their understanding of compression concepts through discussions, presentations, and written explanations.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Collaboration: Students will work collaboratively in groups to analyze data, apply compression techniques, and evaluate the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Critical Thinking: Students will analyze the trade-offs between compression ratio, data quality, and processing requirements. They will also evaluate the ethical implications of data compression in different contexts.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Creativity: Students will explore creative applications of compression techniques and potentially design their own simple compression algorithms.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Literacy: Students will effectively use online resources and research to deepen their understanding of compression algorithms and their applications in various fields.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Reflection: Students will reflect on the impact of compression on their daily lives and how their understanding of compression can inform their choices as consumers and users of technology.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7" y="88361"/>
            <a:ext cx="1368278" cy="136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134925" y="1413900"/>
            <a:ext cx="4506600" cy="2503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Identify the and explain the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Components of Computer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641525" y="1413900"/>
            <a:ext cx="2363700" cy="25038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Describe the concept of compression.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612725" y="4020325"/>
            <a:ext cx="35892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explain the concept of pipelining and how it improves CPU performance.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describe the four stages of pipelining (fetch, decode, execute, write-back) and their functions.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explain how pipelining works in multi-core architectures, where each core has its own pipeline.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describe how cores in multi-core processors operate independently and in parallel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3901" y="1477743"/>
            <a:ext cx="1885879" cy="2277025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18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32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3412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600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96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50" y="783300"/>
            <a:ext cx="8839203" cy="3136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125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9025"/>
            <a:ext cx="8839198" cy="3307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0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4575"/>
            <a:ext cx="8839199" cy="306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TASK 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14575"/>
            <a:ext cx="4491300" cy="28557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1 : Table 1/4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7"/>
              <a:t>Explain  the advantages and disadvantages of each compression method, considering factors like file size, quality, and application.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7"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5252000" y="1017725"/>
            <a:ext cx="3648600" cy="2952600"/>
          </a:xfrm>
          <a:prstGeom prst="rect">
            <a:avLst/>
          </a:prstGeom>
          <a:solidFill>
            <a:srgbClr val="F4CCCC"/>
          </a:solidFill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2 : Table 2 / 3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7"/>
              <a:t>Present a case study of how compression is used in a specific application or industry (e.g., video streaming, digital photography, data storage). Discuss the challenges and trade-offs involved in choosing appropriate compression techniques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7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/>
        </p:nvSpPr>
        <p:spPr>
          <a:xfrm>
            <a:off x="255500" y="986400"/>
            <a:ext cx="8937900" cy="3170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Evaluate (5 minutes)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Students write a short reflection on the following prompt: "How does understanding compression impact your choices as a consumer and user of technology?" This encourages students to connect their learning to real-world decisions.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