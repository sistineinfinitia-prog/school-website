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e19ed0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e19ed0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0e19ed07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0e19ed07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e19ed0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e19ed0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e19ed07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0e19ed07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2d6d67f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2d6d67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2d6d67f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2d6d67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2d6d67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2d6d67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2d6d67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2d6d67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2d6d67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2d6d67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2d6d67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2d6d67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2d6d67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2d6d67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32f7b27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32f7b2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0e19ed0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0e19ed0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0e19ed07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0e19ed07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7500"/>
              <a:t>A 1.1 .9 Cloud Computing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 1.19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5675" y="489700"/>
            <a:ext cx="8588100" cy="5727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6"/>
              <a:t>Inquiry Statement :  </a:t>
            </a:r>
            <a:r>
              <a:rPr lang="en" sz="7386"/>
              <a:t>Describe the different types of services in cloud computing.</a:t>
            </a:r>
            <a:endParaRPr sz="738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586"/>
          </a:p>
        </p:txBody>
      </p:sp>
      <p:sp>
        <p:nvSpPr>
          <p:cNvPr id="62" name="Google Shape;62;p14"/>
          <p:cNvSpPr txBox="1"/>
          <p:nvPr/>
        </p:nvSpPr>
        <p:spPr>
          <a:xfrm>
            <a:off x="149850" y="1062400"/>
            <a:ext cx="8713200" cy="42792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analyze different computing needs and recommend appropriate cloud service models based on specific requirements.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evaluate the trade-offs between different cloud service models regarding cost, control, flexibility, and security.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research and compare different cloud providers and their offerings.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ATL (Approaches to Learning)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Communication: Students will effectively communicate their understanding of cloud computing concepts and service models through discussions, presentations, and written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Collaboration: Students will work collaboratively in groups to analyse scenarios, research cloud services, and design cloud solutions.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Critical Thinking: Students will analyze the advantages and disadvantages of different cloud service models, evaluate their suitability for various applications, and make informed decisions about cloud adoption.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Literacy: Students will effectively use online resources and research to deepen their understanding of cloud computing technologies, providers, and trends.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Reflection: Students will consider the impact of cloud computing on businesses, society, and their own lives as technology users.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Transfer: Students will be able to apply their understanding of cloud computing concepts to new and emerging technologies and services.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Identify the and explain the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 of Computer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Describe the different types of services in cloud computing.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t/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define cloud computing and its key characteristics (on-demand self-service, broad network access, resource pooling, rapid elasticity, and measured service).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identify and differentiate between the three main cloud service models: SaaS, PaaS, and IaaS.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explain each service model's different levels of control, flexibility, and responsibility.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describe real-world scenarios and applications of each cloud service model.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3901" y="1477743"/>
            <a:ext cx="1885879" cy="2277025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11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4000"/>
            <a:ext cx="8839199" cy="326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000" y="152400"/>
            <a:ext cx="744037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6650"/>
            <a:ext cx="8839202" cy="2894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33025"/>
            <a:ext cx="8839199" cy="3774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7075"/>
            <a:ext cx="8839203" cy="269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12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761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1825"/>
            <a:ext cx="8839199" cy="33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50" y="751225"/>
            <a:ext cx="8839198" cy="380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TASK </a:t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286750" cy="28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255500" y="986400"/>
            <a:ext cx="8937900" cy="2801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Evaluate (5 minutes)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write a short reflection on the following prompt: "How do you think cloud computing will impact the future of technology and society?" This encourages students to consider the broader implications of cloud computing and its innovation potential.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