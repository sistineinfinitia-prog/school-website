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9144000" cy="6858000"/>
  <p:embeddedFontLs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jpMm1jtzhAfJIR4gz2aXRil2k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xen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02ba6c1a_0_106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e02ba6c1a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2b52f0c6_0_7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a2b52f0c6_0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a2b52f0c6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a2b52f0c6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ca2b52f0c6_0_7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a2b52f0c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ca2b52f0c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ca2b52f0c6_0_8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a2b52f0c6_0_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ca2b52f0c6_0_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ca2b52f0c6_0_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afc34bd47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afc34bd47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afc34bd47_0_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afc34bd47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afc34bd47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afc34bd47_0_2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a2b52f0c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ca2b52f0c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ca2b52f0c6_0_10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afc34bd47_0_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afc34bd47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afc34bd47_0_1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e02ba6c1a_0_1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be02ba6c1a_0_1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be02ba6c1a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e02ba6c1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e02ba6c1a_0_1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g3be02ba6c1a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e02ba6c1a_0_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g3be02ba6c1a_0_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g3be02ba6c1a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e02ba6c1a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be02ba6c1a_0_1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be02ba6c1a_0_1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be02ba6c1a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e02ba6c1a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g3be02ba6c1a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e02ba6c1a_0_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g3be02ba6c1a_0_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be02ba6c1a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e02ba6c1a_0_1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g3be02ba6c1a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e02ba6c1a_0_1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e02ba6c1a_0_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g3be02ba6c1a_0_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g3be02ba6c1a_0_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g3be02ba6c1a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e02ba6c1a_0_1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g3be02ba6c1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02ba6c1a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e02ba6c1a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g3be02ba6c1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2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2"/>
          <p:cNvSpPr/>
          <p:nvPr/>
        </p:nvSpPr>
        <p:spPr>
          <a:xfrm>
            <a:off x="-4432" y="75684"/>
            <a:ext cx="9153000" cy="4077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.taylor_wso\Documents\Documents\Branding\GEMS corner swoosh\GEMS_A4_BLUE_EDUCATION_CMYK.png" id="87" name="Google Shape;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6" y="2886389"/>
            <a:ext cx="2278376" cy="227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9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 rot="5400000">
            <a:off x="2874901" y="-1217550"/>
            <a:ext cx="3394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02ba6c1a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be02ba6c1a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e02ba6c1a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02ba6c1a_0_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COMPUTER FUNDAMENTALS</a:t>
            </a:r>
            <a:endParaRPr/>
          </a:p>
        </p:txBody>
      </p:sp>
      <p:sp>
        <p:nvSpPr>
          <p:cNvPr id="141" name="Google Shape;141;g3be02ba6c1a_0_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9333"/>
              <a:buNone/>
            </a:pPr>
            <a:r>
              <a:rPr lang="en-US"/>
              <a:t>.</a:t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500"/>
              <a:t> Evaluate the translation processes of interpreters and compilers.</a:t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146" name="Google Shape;146;g3ca2b52f0c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6" y="88355"/>
            <a:ext cx="800177" cy="80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ca2b52f0c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ca2b52f0c6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a2b52f0c6_0_7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a2b52f0c6_0_7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ca2b52f0c6_0_7"/>
          <p:cNvSpPr/>
          <p:nvPr/>
        </p:nvSpPr>
        <p:spPr>
          <a:xfrm>
            <a:off x="619025" y="1252913"/>
            <a:ext cx="5022600" cy="26649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g3ca2b52f0c6_0_7"/>
          <p:cNvSpPr/>
          <p:nvPr/>
        </p:nvSpPr>
        <p:spPr>
          <a:xfrm>
            <a:off x="5641525" y="1252800"/>
            <a:ext cx="2396100" cy="26649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" name="Google Shape;153;g3ca2b52f0c6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ca2b52f0c6_0_7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a2b52f0c6_0_7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a2b52f0c6_0_7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ca2b52f0c6_0_7"/>
          <p:cNvSpPr/>
          <p:nvPr/>
        </p:nvSpPr>
        <p:spPr>
          <a:xfrm>
            <a:off x="128425" y="4072500"/>
            <a:ext cx="5484300" cy="9567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300">
                <a:solidFill>
                  <a:schemeClr val="dk1"/>
                </a:solidFill>
              </a:rPr>
              <a:t>Evaluate the translation processes of interpreters and compilers.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ca2b52f0c6_0_7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analyse the flow of instructions through a pipeline and identify potential hazards.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evaluate the impact of pipelining on instruction throughput and execution time.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explain the advantages of multi-core processors for multitasking and parallel processing.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g3ca2b52f0c6_0_7"/>
          <p:cNvSpPr txBox="1"/>
          <p:nvPr/>
        </p:nvSpPr>
        <p:spPr>
          <a:xfrm>
            <a:off x="705650" y="1379025"/>
            <a:ext cx="48402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 :  Can you think of an analogy for how the OS abstracts hardware complexities? (Hint: Think of a translator or a waiter in a restaurant.)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L2:Explain what is Operating system with real life examples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L3: Mention what is a Control system with the support of an example.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ca2b52f0c6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367150" cy="48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ca2b52f0c6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3467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4400" y="267494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Challenging Activities - 20 mins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15550" y="1110575"/>
            <a:ext cx="75882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main advantages and disadvantages of using an interpreter versus a compiler?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the execution speed of interpreted code compare to compiled code?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are interpreters often preferred for scripting languages?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a2b52f0c6_0_2"/>
          <p:cNvSpPr/>
          <p:nvPr/>
        </p:nvSpPr>
        <p:spPr>
          <a:xfrm>
            <a:off x="-96475" y="-169531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TASK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ca2b52f0c6_0_2"/>
          <p:cNvSpPr txBox="1"/>
          <p:nvPr/>
        </p:nvSpPr>
        <p:spPr>
          <a:xfrm>
            <a:off x="443975" y="768825"/>
            <a:ext cx="8653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How do error detection, translation time, portability, and applicability differ for various translation processes, including just-in-time (JIT) compilation and bytecode interpreters?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cafc34bd4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050" y="44125"/>
            <a:ext cx="630647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afc34bd47_0_22"/>
          <p:cNvSpPr txBox="1"/>
          <p:nvPr/>
        </p:nvSpPr>
        <p:spPr>
          <a:xfrm>
            <a:off x="443950" y="1039525"/>
            <a:ext cx="7928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Interpreters excel in rapid development and portability but may lag in performance for larger applications.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Compilers prioritize performance and optimization but often sacrifice portability.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JIT compilers offer a balance between performance and portability by dynamically compiling code during runtime.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Bytecode interpreters provide a good compromise between portability and performance, leveraging an intermediate representation for execution.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a2b52f0c6_0_10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Plenary </a:t>
            </a:r>
            <a:endParaRPr/>
          </a:p>
        </p:txBody>
      </p:sp>
      <p:sp>
        <p:nvSpPr>
          <p:cNvPr id="203" name="Google Shape;203;g3ca2b52f0c6_0_104"/>
          <p:cNvSpPr txBox="1"/>
          <p:nvPr/>
        </p:nvSpPr>
        <p:spPr>
          <a:xfrm>
            <a:off x="0" y="1423125"/>
            <a:ext cx="3000000" cy="2986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 the following is NOT a core function of an operating system?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Running application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Compiling source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Providing a user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Managing system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ca2b52f0c6_0_104"/>
          <p:cNvSpPr txBox="1"/>
          <p:nvPr/>
        </p:nvSpPr>
        <p:spPr>
          <a:xfrm>
            <a:off x="2854350" y="1479175"/>
            <a:ext cx="3000000" cy="29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purpose of abstraction in an operating system?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To make the computer run faster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To prevent software crashes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 enable multitasking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To hide complex hardware details from users and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ca2b52f0c6_0_104"/>
          <p:cNvSpPr txBox="1"/>
          <p:nvPr/>
        </p:nvSpPr>
        <p:spPr>
          <a:xfrm>
            <a:off x="5953500" y="1423125"/>
            <a:ext cx="3000000" cy="2986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scheduling algorithm gives each process a fixed time slice on the CPU?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Round Robin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First-Come, First-Served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Multilevel Queue Scheduling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Priority Scheduling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afc34bd47_0_14"/>
          <p:cNvSpPr txBox="1"/>
          <p:nvPr/>
        </p:nvSpPr>
        <p:spPr>
          <a:xfrm>
            <a:off x="270725" y="974575"/>
            <a:ext cx="8328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does JIT compilation improve the performance of interpreted languages?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the advantages of using bytecode interpreters?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error detection mechanisms differ between interpreters and compilers?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afc34bd47_0_14"/>
          <p:cNvSpPr/>
          <p:nvPr/>
        </p:nvSpPr>
        <p:spPr>
          <a:xfrm>
            <a:off x="4400" y="267494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 Learning </a:t>
            </a: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- 20 mins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2013-09-12T12:17:01Z</dcterms:created>
  <dc:creator>PRE wso</dc:creator>
</cp:coreProperties>
</file>