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8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2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20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9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23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21.xml"/>
  <Override ContentType="application/vnd.openxmlformats-officedocument.presentationml.slideMaster+xml" PartName="/ppt/slideMasters/slideMaster2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theme+xml" PartName="/ppt/theme/theme3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8" r:id="rId4"/>
    <p:sldMasterId id="2147483660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</p:sldIdLst>
  <p:sldSz cy="5143500" cx="9144000"/>
  <p:notesSz cx="9144000" cy="6858000"/>
  <p:embeddedFontLst>
    <p:embeddedFont>
      <p:font typeface="Lexend"/>
      <p:regular r:id="rId22"/>
      <p:bold r:id="rId23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{2D200454-40CA-4A62-9FC3-DE9A4176ACB9}">
      <p15:notesGuideLst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notesGuideLst>
    </p:ext>
    <p:ext uri="GoogleSlidesCustomDataVersion2">
      <go:slidesCustomData xmlns:go="http://customooxmlschemas.google.com/" r:id="rId24" roundtripDataSignature="AMtx7miDmXcOtcPXw63OrA6X+naceINU/g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  <p:notes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2880"/>
      </p:guideLst>
    </p:cSldViewPr>
  </p:notes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4.xml"/><Relationship Id="rId11" Type="http://schemas.openxmlformats.org/officeDocument/2006/relationships/slide" Target="slides/slide5.xml"/><Relationship Id="rId22" Type="http://schemas.openxmlformats.org/officeDocument/2006/relationships/font" Target="fonts/Lexend-regular.fntdata"/><Relationship Id="rId10" Type="http://schemas.openxmlformats.org/officeDocument/2006/relationships/slide" Target="slides/slide4.xml"/><Relationship Id="rId21" Type="http://schemas.openxmlformats.org/officeDocument/2006/relationships/slide" Target="slides/slide15.xml"/><Relationship Id="rId13" Type="http://schemas.openxmlformats.org/officeDocument/2006/relationships/slide" Target="slides/slide7.xml"/><Relationship Id="rId24" Type="http://customschemas.google.com/relationships/presentationmetadata" Target="metadata"/><Relationship Id="rId12" Type="http://schemas.openxmlformats.org/officeDocument/2006/relationships/slide" Target="slides/slide6.xml"/><Relationship Id="rId23" Type="http://schemas.openxmlformats.org/officeDocument/2006/relationships/font" Target="fonts/Lexend-bold.fntdata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3.xml"/><Relationship Id="rId15" Type="http://schemas.openxmlformats.org/officeDocument/2006/relationships/slide" Target="slides/slide9.xml"/><Relationship Id="rId14" Type="http://schemas.openxmlformats.org/officeDocument/2006/relationships/slide" Target="slides/slide8.xml"/><Relationship Id="rId17" Type="http://schemas.openxmlformats.org/officeDocument/2006/relationships/slide" Target="slides/slide11.xml"/><Relationship Id="rId16" Type="http://schemas.openxmlformats.org/officeDocument/2006/relationships/slide" Target="slides/slide10.xml"/><Relationship Id="rId5" Type="http://schemas.openxmlformats.org/officeDocument/2006/relationships/slideMaster" Target="slideMasters/slideMaster2.xml"/><Relationship Id="rId19" Type="http://schemas.openxmlformats.org/officeDocument/2006/relationships/slide" Target="slides/slide13.xml"/><Relationship Id="rId6" Type="http://schemas.openxmlformats.org/officeDocument/2006/relationships/notesMaster" Target="notesMasters/notesMaster1.xml"/><Relationship Id="rId18" Type="http://schemas.openxmlformats.org/officeDocument/2006/relationships/slide" Target="slides/slide12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39624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5179484" y="0"/>
            <a:ext cx="39624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2286000" y="514350"/>
            <a:ext cx="4572000" cy="25717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6513910"/>
            <a:ext cx="39624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5179484" y="6513910"/>
            <a:ext cx="39624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6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g3be02ba6c1a_0_106:notes"/>
          <p:cNvSpPr/>
          <p:nvPr>
            <p:ph idx="2" type="sldImg"/>
          </p:nvPr>
        </p:nvSpPr>
        <p:spPr>
          <a:xfrm>
            <a:off x="508400" y="514350"/>
            <a:ext cx="8127900" cy="25719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38" name="Google Shape;138;g3be02ba6c1a_0_106:notes"/>
          <p:cNvSpPr txBox="1"/>
          <p:nvPr>
            <p:ph idx="1" type="body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2" name="Shape 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Google Shape;143;g3ca2b52f0c6_0_7:notes"/>
          <p:cNvSpPr/>
          <p:nvPr>
            <p:ph idx="2" type="sldImg"/>
          </p:nvPr>
        </p:nvSpPr>
        <p:spPr>
          <a:xfrm>
            <a:off x="508400" y="514350"/>
            <a:ext cx="8127900" cy="25719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4" name="Google Shape;144;g3ca2b52f0c6_0_7:notes"/>
          <p:cNvSpPr txBox="1"/>
          <p:nvPr>
            <p:ph idx="1" type="body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0" name="Shape 1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" name="Google Shape;161;g3ca2b52f0c6_0_79:notes"/>
          <p:cNvSpPr/>
          <p:nvPr>
            <p:ph idx="2" type="sldImg"/>
          </p:nvPr>
        </p:nvSpPr>
        <p:spPr>
          <a:xfrm>
            <a:off x="2286000" y="514350"/>
            <a:ext cx="4572000" cy="25719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2" name="Google Shape;162;g3ca2b52f0c6_0_79:notes"/>
          <p:cNvSpPr txBox="1"/>
          <p:nvPr>
            <p:ph idx="1" type="body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3" name="Google Shape;163;g3ca2b52f0c6_0_79:notes"/>
          <p:cNvSpPr txBox="1"/>
          <p:nvPr>
            <p:ph idx="12" type="sldNum"/>
          </p:nvPr>
        </p:nvSpPr>
        <p:spPr>
          <a:xfrm>
            <a:off x="5179484" y="6513910"/>
            <a:ext cx="3962400" cy="3429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6" name="Shape 1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" name="Google Shape;167;g3ca2b52f0c6_0_84:notes"/>
          <p:cNvSpPr/>
          <p:nvPr>
            <p:ph idx="2" type="sldImg"/>
          </p:nvPr>
        </p:nvSpPr>
        <p:spPr>
          <a:xfrm>
            <a:off x="2286000" y="514350"/>
            <a:ext cx="4572000" cy="25719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8" name="Google Shape;168;g3ca2b52f0c6_0_84:notes"/>
          <p:cNvSpPr txBox="1"/>
          <p:nvPr>
            <p:ph idx="1" type="body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9" name="Google Shape;169;g3ca2b52f0c6_0_84:notes"/>
          <p:cNvSpPr txBox="1"/>
          <p:nvPr>
            <p:ph idx="12" type="sldNum"/>
          </p:nvPr>
        </p:nvSpPr>
        <p:spPr>
          <a:xfrm>
            <a:off x="5179484" y="6513910"/>
            <a:ext cx="3962400" cy="3429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2" name="Shape 1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" name="Google Shape;173;g3ca2b52f0c6_0_89:notes"/>
          <p:cNvSpPr/>
          <p:nvPr>
            <p:ph idx="2" type="sldImg"/>
          </p:nvPr>
        </p:nvSpPr>
        <p:spPr>
          <a:xfrm>
            <a:off x="2286000" y="514350"/>
            <a:ext cx="4572000" cy="25719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4" name="Google Shape;174;g3ca2b52f0c6_0_89:notes"/>
          <p:cNvSpPr txBox="1"/>
          <p:nvPr>
            <p:ph idx="1" type="body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5" name="Google Shape;175;g3ca2b52f0c6_0_89:notes"/>
          <p:cNvSpPr txBox="1"/>
          <p:nvPr>
            <p:ph idx="12" type="sldNum"/>
          </p:nvPr>
        </p:nvSpPr>
        <p:spPr>
          <a:xfrm>
            <a:off x="5179484" y="6513910"/>
            <a:ext cx="3962400" cy="3429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8" name="Shape 1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" name="Google Shape;179;g3ca2b52f0c6_0_94:notes"/>
          <p:cNvSpPr/>
          <p:nvPr>
            <p:ph idx="2" type="sldImg"/>
          </p:nvPr>
        </p:nvSpPr>
        <p:spPr>
          <a:xfrm>
            <a:off x="2286000" y="514350"/>
            <a:ext cx="4572000" cy="25719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0" name="Google Shape;180;g3ca2b52f0c6_0_94:notes"/>
          <p:cNvSpPr txBox="1"/>
          <p:nvPr>
            <p:ph idx="1" type="body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1" name="Google Shape;181;g3ca2b52f0c6_0_94:notes"/>
          <p:cNvSpPr txBox="1"/>
          <p:nvPr>
            <p:ph idx="12" type="sldNum"/>
          </p:nvPr>
        </p:nvSpPr>
        <p:spPr>
          <a:xfrm>
            <a:off x="5179484" y="6513910"/>
            <a:ext cx="3962400" cy="3429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4" name="Shape 1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5" name="Google Shape;185;p6:notes"/>
          <p:cNvSpPr txBox="1"/>
          <p:nvPr>
            <p:ph idx="1" type="body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86" name="Google Shape;186;p6:notes"/>
          <p:cNvSpPr/>
          <p:nvPr>
            <p:ph idx="2" type="sldImg"/>
          </p:nvPr>
        </p:nvSpPr>
        <p:spPr>
          <a:xfrm>
            <a:off x="2286000" y="514350"/>
            <a:ext cx="4572000" cy="25719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0" name="Shape 1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1" name="Google Shape;191;g3ca2b52f0c6_0_2:notes"/>
          <p:cNvSpPr/>
          <p:nvPr>
            <p:ph idx="2" type="sldImg"/>
          </p:nvPr>
        </p:nvSpPr>
        <p:spPr>
          <a:xfrm>
            <a:off x="2286000" y="514350"/>
            <a:ext cx="4572000" cy="25719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2" name="Google Shape;192;g3ca2b52f0c6_0_2:notes"/>
          <p:cNvSpPr txBox="1"/>
          <p:nvPr>
            <p:ph idx="1" type="body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3" name="Google Shape;193;g3ca2b52f0c6_0_2:notes"/>
          <p:cNvSpPr txBox="1"/>
          <p:nvPr>
            <p:ph idx="12" type="sldNum"/>
          </p:nvPr>
        </p:nvSpPr>
        <p:spPr>
          <a:xfrm>
            <a:off x="5179484" y="6513910"/>
            <a:ext cx="3962400" cy="3429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7" name="Shape 1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8" name="Google Shape;198;g3ca2b52f0c6_0_104:notes"/>
          <p:cNvSpPr/>
          <p:nvPr>
            <p:ph idx="2" type="sldImg"/>
          </p:nvPr>
        </p:nvSpPr>
        <p:spPr>
          <a:xfrm>
            <a:off x="2286000" y="514350"/>
            <a:ext cx="4572000" cy="25719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9" name="Google Shape;199;g3ca2b52f0c6_0_104:notes"/>
          <p:cNvSpPr txBox="1"/>
          <p:nvPr>
            <p:ph idx="1" type="body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0" name="Google Shape;200;g3ca2b52f0c6_0_104:notes"/>
          <p:cNvSpPr txBox="1"/>
          <p:nvPr>
            <p:ph idx="12" type="sldNum"/>
          </p:nvPr>
        </p:nvSpPr>
        <p:spPr>
          <a:xfrm>
            <a:off x="5179484" y="6513910"/>
            <a:ext cx="3962400" cy="3429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6" name="Shape 2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7" name="Google Shape;207;g3cafd001592_0_18:notes"/>
          <p:cNvSpPr/>
          <p:nvPr>
            <p:ph idx="2" type="sldImg"/>
          </p:nvPr>
        </p:nvSpPr>
        <p:spPr>
          <a:xfrm>
            <a:off x="2286000" y="514350"/>
            <a:ext cx="4572000" cy="25719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8" name="Google Shape;208;g3cafd001592_0_18:notes"/>
          <p:cNvSpPr txBox="1"/>
          <p:nvPr>
            <p:ph idx="1" type="body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9" name="Google Shape;209;g3cafd001592_0_18:notes"/>
          <p:cNvSpPr txBox="1"/>
          <p:nvPr>
            <p:ph idx="12" type="sldNum"/>
          </p:nvPr>
        </p:nvSpPr>
        <p:spPr>
          <a:xfrm>
            <a:off x="5179484" y="6513910"/>
            <a:ext cx="3962400" cy="3429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2" name="Shape 2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3" name="Google Shape;213;g3cafd001592_0_24:notes"/>
          <p:cNvSpPr/>
          <p:nvPr>
            <p:ph idx="2" type="sldImg"/>
          </p:nvPr>
        </p:nvSpPr>
        <p:spPr>
          <a:xfrm>
            <a:off x="2286000" y="514350"/>
            <a:ext cx="4572000" cy="25719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4" name="Google Shape;214;g3cafd001592_0_24:notes"/>
          <p:cNvSpPr txBox="1"/>
          <p:nvPr>
            <p:ph idx="1" type="body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5" name="Google Shape;215;g3cafd001592_0_24:notes"/>
          <p:cNvSpPr txBox="1"/>
          <p:nvPr>
            <p:ph idx="12" type="sldNum"/>
          </p:nvPr>
        </p:nvSpPr>
        <p:spPr>
          <a:xfrm>
            <a:off x="5179484" y="6513910"/>
            <a:ext cx="3962400" cy="3429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8" name="Shape 2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9" name="Google Shape;219;g3cafd001592_0_29:notes"/>
          <p:cNvSpPr/>
          <p:nvPr>
            <p:ph idx="2" type="sldImg"/>
          </p:nvPr>
        </p:nvSpPr>
        <p:spPr>
          <a:xfrm>
            <a:off x="2286000" y="514350"/>
            <a:ext cx="4572000" cy="25719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0" name="Google Shape;220;g3cafd001592_0_29:notes"/>
          <p:cNvSpPr txBox="1"/>
          <p:nvPr>
            <p:ph idx="1" type="body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1" name="Google Shape;221;g3cafd001592_0_29:notes"/>
          <p:cNvSpPr txBox="1"/>
          <p:nvPr>
            <p:ph idx="12" type="sldNum"/>
          </p:nvPr>
        </p:nvSpPr>
        <p:spPr>
          <a:xfrm>
            <a:off x="5179484" y="6513910"/>
            <a:ext cx="3962400" cy="3429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4" name="Shape 2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" name="Google Shape;225;g3cafd001592_0_0:notes"/>
          <p:cNvSpPr/>
          <p:nvPr>
            <p:ph idx="2" type="sldImg"/>
          </p:nvPr>
        </p:nvSpPr>
        <p:spPr>
          <a:xfrm>
            <a:off x="2286000" y="514350"/>
            <a:ext cx="4572000" cy="25719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6" name="Google Shape;226;g3cafd001592_0_0:notes"/>
          <p:cNvSpPr txBox="1"/>
          <p:nvPr>
            <p:ph idx="1" type="body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7" name="Google Shape;227;g3cafd001592_0_0:notes"/>
          <p:cNvSpPr txBox="1"/>
          <p:nvPr>
            <p:ph idx="12" type="sldNum"/>
          </p:nvPr>
        </p:nvSpPr>
        <p:spPr>
          <a:xfrm>
            <a:off x="5179484" y="6513910"/>
            <a:ext cx="3962400" cy="3429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1" name="Shape 2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2" name="Google Shape;232;g3cafd001592_0_6:notes"/>
          <p:cNvSpPr/>
          <p:nvPr>
            <p:ph idx="2" type="sldImg"/>
          </p:nvPr>
        </p:nvSpPr>
        <p:spPr>
          <a:xfrm>
            <a:off x="2286000" y="514350"/>
            <a:ext cx="4572000" cy="25719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3" name="Google Shape;233;g3cafd001592_0_6:notes"/>
          <p:cNvSpPr txBox="1"/>
          <p:nvPr>
            <p:ph idx="1" type="body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4" name="Google Shape;234;g3cafd001592_0_6:notes"/>
          <p:cNvSpPr txBox="1"/>
          <p:nvPr>
            <p:ph idx="12" type="sldNum"/>
          </p:nvPr>
        </p:nvSpPr>
        <p:spPr>
          <a:xfrm>
            <a:off x="5179484" y="6513910"/>
            <a:ext cx="3962400" cy="3429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7" name="Shape 2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8" name="Google Shape;238;g3cafd001592_0_12:notes"/>
          <p:cNvSpPr/>
          <p:nvPr>
            <p:ph idx="2" type="sldImg"/>
          </p:nvPr>
        </p:nvSpPr>
        <p:spPr>
          <a:xfrm>
            <a:off x="2286000" y="514350"/>
            <a:ext cx="4572000" cy="25719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9" name="Google Shape;239;g3cafd001592_0_12:notes"/>
          <p:cNvSpPr txBox="1"/>
          <p:nvPr>
            <p:ph idx="1" type="body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0" name="Google Shape;240;g3cafd001592_0_12:notes"/>
          <p:cNvSpPr txBox="1"/>
          <p:nvPr>
            <p:ph idx="12" type="sldNum"/>
          </p:nvPr>
        </p:nvSpPr>
        <p:spPr>
          <a:xfrm>
            <a:off x="5179484" y="6513910"/>
            <a:ext cx="3962400" cy="3429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2.png"/><Relationship Id="rId3" Type="http://schemas.openxmlformats.org/officeDocument/2006/relationships/image" Target="../media/image1.png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g3be02ba6c1a_0_115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5" name="Google Shape;15;g3be02ba6c1a_0_115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6" name="Google Shape;16;g3be02ba6c1a_0_11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g3be02ba6c1a_0_119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9" name="Google Shape;19;g3be02ba6c1a_0_11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g3be02ba6c1a_0_122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g3be02ba6c1a_0_122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23" name="Google Shape;23;g3be02ba6c1a_0_12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4" name="Shape 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Google Shape;25;g3be02ba6c1a_0_12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6" name="Google Shape;26;g3be02ba6c1a_0_126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7" name="Google Shape;27;g3be02ba6c1a_0_126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8" name="Google Shape;28;g3be02ba6c1a_0_12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9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g3be02ba6c1a_0_13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31" name="Google Shape;31;g3be02ba6c1a_0_13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g3be02ba6c1a_0_134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4" name="Google Shape;34;g3be02ba6c1a_0_134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5" name="Google Shape;35;g3be02ba6c1a_0_13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6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g3be02ba6c1a_0_13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8" name="Google Shape;38;g3be02ba6c1a_0_13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9" name="Shape 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Google Shape;40;g3be02ba6c1a_0_141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1" name="Google Shape;41;g3be02ba6c1a_0_141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42" name="Google Shape;42;g3be02ba6c1a_0_141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43" name="Google Shape;43;g3be02ba6c1a_0_141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4" name="Google Shape;44;g3be02ba6c1a_0_14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5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g3be02ba6c1a_0_147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7" name="Google Shape;47;g3be02ba6c1a_0_14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g3be02ba6c1a_0_150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50" name="Google Shape;50;g3be02ba6c1a_0_150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51" name="Google Shape;51;g3be02ba6c1a_0_15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52" name="Shape 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Google Shape;53;g3be02ba6c1a_0_15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_Title Slide" type="title">
  <p:cSld name="TITLE">
    <p:spTree>
      <p:nvGrpSpPr>
        <p:cNvPr id="60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p20"/>
          <p:cNvSpPr txBox="1"/>
          <p:nvPr>
            <p:ph type="ctrTitle"/>
          </p:nvPr>
        </p:nvSpPr>
        <p:spPr>
          <a:xfrm>
            <a:off x="685800" y="1597821"/>
            <a:ext cx="7772400" cy="1102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2" name="Google Shape;62;p20"/>
          <p:cNvSpPr txBox="1"/>
          <p:nvPr>
            <p:ph idx="1" type="subTitle"/>
          </p:nvPr>
        </p:nvSpPr>
        <p:spPr>
          <a:xfrm>
            <a:off x="1371600" y="2914650"/>
            <a:ext cx="6400800" cy="1314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63" name="Google Shape;63;p20"/>
          <p:cNvSpPr txBox="1"/>
          <p:nvPr>
            <p:ph idx="10" type="dt"/>
          </p:nvPr>
        </p:nvSpPr>
        <p:spPr>
          <a:xfrm>
            <a:off x="457200" y="4767263"/>
            <a:ext cx="2133600" cy="274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4" name="Google Shape;64;p20"/>
          <p:cNvSpPr txBox="1"/>
          <p:nvPr>
            <p:ph idx="11" type="ftr"/>
          </p:nvPr>
        </p:nvSpPr>
        <p:spPr>
          <a:xfrm>
            <a:off x="3124200" y="4767263"/>
            <a:ext cx="2895600" cy="274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5" name="Google Shape;65;p20"/>
          <p:cNvSpPr txBox="1"/>
          <p:nvPr>
            <p:ph idx="12" type="sldNum"/>
          </p:nvPr>
        </p:nvSpPr>
        <p:spPr>
          <a:xfrm>
            <a:off x="6553200" y="4767263"/>
            <a:ext cx="2133600" cy="274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66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p21"/>
          <p:cNvSpPr txBox="1"/>
          <p:nvPr>
            <p:ph type="title"/>
          </p:nvPr>
        </p:nvSpPr>
        <p:spPr>
          <a:xfrm>
            <a:off x="457200" y="206375"/>
            <a:ext cx="8229600" cy="8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8" name="Google Shape;68;p21"/>
          <p:cNvSpPr txBox="1"/>
          <p:nvPr>
            <p:ph idx="1" type="body"/>
          </p:nvPr>
        </p:nvSpPr>
        <p:spPr>
          <a:xfrm>
            <a:off x="457200" y="1200150"/>
            <a:ext cx="8229600" cy="3394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42900" lvl="0" marL="457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69" name="Google Shape;69;p21"/>
          <p:cNvSpPr txBox="1"/>
          <p:nvPr>
            <p:ph idx="10" type="dt"/>
          </p:nvPr>
        </p:nvSpPr>
        <p:spPr>
          <a:xfrm>
            <a:off x="457200" y="4767263"/>
            <a:ext cx="2133600" cy="274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21"/>
          <p:cNvSpPr txBox="1"/>
          <p:nvPr>
            <p:ph idx="11" type="ftr"/>
          </p:nvPr>
        </p:nvSpPr>
        <p:spPr>
          <a:xfrm>
            <a:off x="3124200" y="4767263"/>
            <a:ext cx="2895600" cy="274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1" name="Google Shape;71;p21"/>
          <p:cNvSpPr txBox="1"/>
          <p:nvPr>
            <p:ph idx="12" type="sldNum"/>
          </p:nvPr>
        </p:nvSpPr>
        <p:spPr>
          <a:xfrm>
            <a:off x="6553200" y="4767263"/>
            <a:ext cx="2133600" cy="274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>
  <p:cSld name="Title Slide">
    <p:spTree>
      <p:nvGrpSpPr>
        <p:cNvPr id="72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3" name="Google Shape;73;p22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0"/>
            <a:ext cx="9143999" cy="5143501"/>
          </a:xfrm>
          <a:prstGeom prst="rect">
            <a:avLst/>
          </a:prstGeom>
          <a:noFill/>
          <a:ln>
            <a:noFill/>
          </a:ln>
        </p:spPr>
      </p:pic>
      <p:sp>
        <p:nvSpPr>
          <p:cNvPr id="74" name="Google Shape;74;p22"/>
          <p:cNvSpPr txBox="1"/>
          <p:nvPr>
            <p:ph idx="10" type="dt"/>
          </p:nvPr>
        </p:nvSpPr>
        <p:spPr>
          <a:xfrm>
            <a:off x="457200" y="4767263"/>
            <a:ext cx="2133600" cy="274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5" name="Google Shape;75;p22"/>
          <p:cNvSpPr txBox="1"/>
          <p:nvPr>
            <p:ph idx="11" type="ftr"/>
          </p:nvPr>
        </p:nvSpPr>
        <p:spPr>
          <a:xfrm>
            <a:off x="3124200" y="4767263"/>
            <a:ext cx="2895600" cy="274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22"/>
          <p:cNvSpPr txBox="1"/>
          <p:nvPr>
            <p:ph idx="12" type="sldNum"/>
          </p:nvPr>
        </p:nvSpPr>
        <p:spPr>
          <a:xfrm>
            <a:off x="6553200" y="4767263"/>
            <a:ext cx="2133600" cy="274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77" name="Google Shape;77;p22"/>
          <p:cNvSpPr/>
          <p:nvPr/>
        </p:nvSpPr>
        <p:spPr>
          <a:xfrm>
            <a:off x="-4432" y="75684"/>
            <a:ext cx="9153000" cy="407700"/>
          </a:xfrm>
          <a:prstGeom prst="rect">
            <a:avLst/>
          </a:prstGeom>
          <a:solidFill>
            <a:srgbClr val="FF0000"/>
          </a:solidFill>
          <a:ln>
            <a:noFill/>
          </a:ln>
          <a:effectLst>
            <a:outerShdw blurRad="50800" rotWithShape="0" algn="tl" dir="2700000" dist="38100">
              <a:srgbClr val="000000">
                <a:alpha val="400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C:\Users\d.taylor_wso\Documents\Documents\Branding\GEMS corner swoosh\GEMS_A4_BLUE_EDUCATION_CMYK.png" id="78" name="Google Shape;78;p2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876256" y="2886389"/>
            <a:ext cx="2278376" cy="227837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79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p23"/>
          <p:cNvSpPr txBox="1"/>
          <p:nvPr>
            <p:ph type="title"/>
          </p:nvPr>
        </p:nvSpPr>
        <p:spPr>
          <a:xfrm>
            <a:off x="722313" y="3305176"/>
            <a:ext cx="7772400" cy="1021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 sz="4000" cap="none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1" name="Google Shape;81;p23"/>
          <p:cNvSpPr txBox="1"/>
          <p:nvPr>
            <p:ph idx="1" type="body"/>
          </p:nvPr>
        </p:nvSpPr>
        <p:spPr>
          <a:xfrm>
            <a:off x="722313" y="2180035"/>
            <a:ext cx="7772400" cy="11250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-228600" lvl="0" marL="4572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indent="-228600" lvl="1" marL="914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82" name="Google Shape;82;p23"/>
          <p:cNvSpPr txBox="1"/>
          <p:nvPr>
            <p:ph idx="10" type="dt"/>
          </p:nvPr>
        </p:nvSpPr>
        <p:spPr>
          <a:xfrm>
            <a:off x="457200" y="4767263"/>
            <a:ext cx="2133600" cy="274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3" name="Google Shape;83;p23"/>
          <p:cNvSpPr txBox="1"/>
          <p:nvPr>
            <p:ph idx="11" type="ftr"/>
          </p:nvPr>
        </p:nvSpPr>
        <p:spPr>
          <a:xfrm>
            <a:off x="3124200" y="4767263"/>
            <a:ext cx="2895600" cy="274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4" name="Google Shape;84;p23"/>
          <p:cNvSpPr txBox="1"/>
          <p:nvPr>
            <p:ph idx="12" type="sldNum"/>
          </p:nvPr>
        </p:nvSpPr>
        <p:spPr>
          <a:xfrm>
            <a:off x="6553200" y="4767263"/>
            <a:ext cx="2133600" cy="274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24"/>
          <p:cNvSpPr txBox="1"/>
          <p:nvPr>
            <p:ph type="title"/>
          </p:nvPr>
        </p:nvSpPr>
        <p:spPr>
          <a:xfrm>
            <a:off x="457200" y="206375"/>
            <a:ext cx="8229600" cy="8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7" name="Google Shape;87;p24"/>
          <p:cNvSpPr txBox="1"/>
          <p:nvPr>
            <p:ph idx="1" type="body"/>
          </p:nvPr>
        </p:nvSpPr>
        <p:spPr>
          <a:xfrm>
            <a:off x="457200" y="1200151"/>
            <a:ext cx="4038600" cy="3394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406400" lvl="0" marL="45720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88" name="Google Shape;88;p24"/>
          <p:cNvSpPr txBox="1"/>
          <p:nvPr>
            <p:ph idx="2" type="body"/>
          </p:nvPr>
        </p:nvSpPr>
        <p:spPr>
          <a:xfrm>
            <a:off x="4648200" y="1200151"/>
            <a:ext cx="4038600" cy="3394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406400" lvl="0" marL="45720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89" name="Google Shape;89;p24"/>
          <p:cNvSpPr txBox="1"/>
          <p:nvPr>
            <p:ph idx="10" type="dt"/>
          </p:nvPr>
        </p:nvSpPr>
        <p:spPr>
          <a:xfrm>
            <a:off x="457200" y="4767263"/>
            <a:ext cx="2133600" cy="274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0" name="Google Shape;90;p24"/>
          <p:cNvSpPr txBox="1"/>
          <p:nvPr>
            <p:ph idx="11" type="ftr"/>
          </p:nvPr>
        </p:nvSpPr>
        <p:spPr>
          <a:xfrm>
            <a:off x="3124200" y="4767263"/>
            <a:ext cx="2895600" cy="274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1" name="Google Shape;91;p24"/>
          <p:cNvSpPr txBox="1"/>
          <p:nvPr>
            <p:ph idx="12" type="sldNum"/>
          </p:nvPr>
        </p:nvSpPr>
        <p:spPr>
          <a:xfrm>
            <a:off x="6553200" y="4767263"/>
            <a:ext cx="2133600" cy="274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92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25"/>
          <p:cNvSpPr txBox="1"/>
          <p:nvPr>
            <p:ph type="title"/>
          </p:nvPr>
        </p:nvSpPr>
        <p:spPr>
          <a:xfrm>
            <a:off x="457200" y="206375"/>
            <a:ext cx="8229600" cy="8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4" name="Google Shape;94;p25"/>
          <p:cNvSpPr txBox="1"/>
          <p:nvPr>
            <p:ph idx="1" type="body"/>
          </p:nvPr>
        </p:nvSpPr>
        <p:spPr>
          <a:xfrm>
            <a:off x="457200" y="1151335"/>
            <a:ext cx="4040100" cy="479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-228600" lvl="0" marL="4572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95" name="Google Shape;95;p25"/>
          <p:cNvSpPr txBox="1"/>
          <p:nvPr>
            <p:ph idx="2" type="body"/>
          </p:nvPr>
        </p:nvSpPr>
        <p:spPr>
          <a:xfrm>
            <a:off x="457200" y="1631156"/>
            <a:ext cx="4040100" cy="2963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81000" lvl="0" marL="4572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96" name="Google Shape;96;p25"/>
          <p:cNvSpPr txBox="1"/>
          <p:nvPr>
            <p:ph idx="3" type="body"/>
          </p:nvPr>
        </p:nvSpPr>
        <p:spPr>
          <a:xfrm>
            <a:off x="4645026" y="1151335"/>
            <a:ext cx="4041900" cy="479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-228600" lvl="0" marL="4572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97" name="Google Shape;97;p25"/>
          <p:cNvSpPr txBox="1"/>
          <p:nvPr>
            <p:ph idx="4" type="body"/>
          </p:nvPr>
        </p:nvSpPr>
        <p:spPr>
          <a:xfrm>
            <a:off x="4645026" y="1631156"/>
            <a:ext cx="4041900" cy="2963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81000" lvl="0" marL="4572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98" name="Google Shape;98;p25"/>
          <p:cNvSpPr txBox="1"/>
          <p:nvPr>
            <p:ph idx="10" type="dt"/>
          </p:nvPr>
        </p:nvSpPr>
        <p:spPr>
          <a:xfrm>
            <a:off x="457200" y="4767263"/>
            <a:ext cx="2133600" cy="274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9" name="Google Shape;99;p25"/>
          <p:cNvSpPr txBox="1"/>
          <p:nvPr>
            <p:ph idx="11" type="ftr"/>
          </p:nvPr>
        </p:nvSpPr>
        <p:spPr>
          <a:xfrm>
            <a:off x="3124200" y="4767263"/>
            <a:ext cx="2895600" cy="274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0" name="Google Shape;100;p25"/>
          <p:cNvSpPr txBox="1"/>
          <p:nvPr>
            <p:ph idx="12" type="sldNum"/>
          </p:nvPr>
        </p:nvSpPr>
        <p:spPr>
          <a:xfrm>
            <a:off x="6553200" y="4767263"/>
            <a:ext cx="2133600" cy="274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26"/>
          <p:cNvSpPr txBox="1"/>
          <p:nvPr>
            <p:ph type="title"/>
          </p:nvPr>
        </p:nvSpPr>
        <p:spPr>
          <a:xfrm>
            <a:off x="457200" y="206375"/>
            <a:ext cx="8229600" cy="8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3" name="Google Shape;103;p26"/>
          <p:cNvSpPr txBox="1"/>
          <p:nvPr>
            <p:ph idx="10" type="dt"/>
          </p:nvPr>
        </p:nvSpPr>
        <p:spPr>
          <a:xfrm>
            <a:off x="457200" y="4767263"/>
            <a:ext cx="2133600" cy="274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4" name="Google Shape;104;p26"/>
          <p:cNvSpPr txBox="1"/>
          <p:nvPr>
            <p:ph idx="11" type="ftr"/>
          </p:nvPr>
        </p:nvSpPr>
        <p:spPr>
          <a:xfrm>
            <a:off x="3124200" y="4767263"/>
            <a:ext cx="2895600" cy="274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5" name="Google Shape;105;p26"/>
          <p:cNvSpPr txBox="1"/>
          <p:nvPr>
            <p:ph idx="12" type="sldNum"/>
          </p:nvPr>
        </p:nvSpPr>
        <p:spPr>
          <a:xfrm>
            <a:off x="6553200" y="4767263"/>
            <a:ext cx="2133600" cy="274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06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27"/>
          <p:cNvSpPr txBox="1"/>
          <p:nvPr>
            <p:ph idx="10" type="dt"/>
          </p:nvPr>
        </p:nvSpPr>
        <p:spPr>
          <a:xfrm>
            <a:off x="457200" y="4767263"/>
            <a:ext cx="2133600" cy="274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8" name="Google Shape;108;p27"/>
          <p:cNvSpPr txBox="1"/>
          <p:nvPr>
            <p:ph idx="11" type="ftr"/>
          </p:nvPr>
        </p:nvSpPr>
        <p:spPr>
          <a:xfrm>
            <a:off x="3124200" y="4767263"/>
            <a:ext cx="2895600" cy="274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9" name="Google Shape;109;p27"/>
          <p:cNvSpPr txBox="1"/>
          <p:nvPr>
            <p:ph idx="12" type="sldNum"/>
          </p:nvPr>
        </p:nvSpPr>
        <p:spPr>
          <a:xfrm>
            <a:off x="6553200" y="4767263"/>
            <a:ext cx="2133600" cy="274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110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28"/>
          <p:cNvSpPr txBox="1"/>
          <p:nvPr>
            <p:ph type="title"/>
          </p:nvPr>
        </p:nvSpPr>
        <p:spPr>
          <a:xfrm>
            <a:off x="457201" y="204787"/>
            <a:ext cx="3008400" cy="8715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 sz="20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2" name="Google Shape;112;p28"/>
          <p:cNvSpPr txBox="1"/>
          <p:nvPr>
            <p:ph idx="1" type="body"/>
          </p:nvPr>
        </p:nvSpPr>
        <p:spPr>
          <a:xfrm>
            <a:off x="3575050" y="204788"/>
            <a:ext cx="5111700" cy="4389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431800" lvl="0" marL="45720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indent="-381000" lvl="2" marL="13716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indent="-355600" lvl="4" marL="22860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indent="-355600" lvl="5" marL="27432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113" name="Google Shape;113;p28"/>
          <p:cNvSpPr txBox="1"/>
          <p:nvPr>
            <p:ph idx="2" type="body"/>
          </p:nvPr>
        </p:nvSpPr>
        <p:spPr>
          <a:xfrm>
            <a:off x="457201" y="1076326"/>
            <a:ext cx="3008400" cy="3518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114" name="Google Shape;114;p28"/>
          <p:cNvSpPr txBox="1"/>
          <p:nvPr>
            <p:ph idx="10" type="dt"/>
          </p:nvPr>
        </p:nvSpPr>
        <p:spPr>
          <a:xfrm>
            <a:off x="457200" y="4767263"/>
            <a:ext cx="2133600" cy="274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5" name="Google Shape;115;p28"/>
          <p:cNvSpPr txBox="1"/>
          <p:nvPr>
            <p:ph idx="11" type="ftr"/>
          </p:nvPr>
        </p:nvSpPr>
        <p:spPr>
          <a:xfrm>
            <a:off x="3124200" y="4767263"/>
            <a:ext cx="2895600" cy="274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6" name="Google Shape;116;p28"/>
          <p:cNvSpPr txBox="1"/>
          <p:nvPr>
            <p:ph idx="12" type="sldNum"/>
          </p:nvPr>
        </p:nvSpPr>
        <p:spPr>
          <a:xfrm>
            <a:off x="6553200" y="4767263"/>
            <a:ext cx="2133600" cy="274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117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p29"/>
          <p:cNvSpPr txBox="1"/>
          <p:nvPr>
            <p:ph type="title"/>
          </p:nvPr>
        </p:nvSpPr>
        <p:spPr>
          <a:xfrm>
            <a:off x="1792288" y="3600450"/>
            <a:ext cx="5486400" cy="4251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 sz="20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9" name="Google Shape;119;p29"/>
          <p:cNvSpPr/>
          <p:nvPr>
            <p:ph idx="2" type="pic"/>
          </p:nvPr>
        </p:nvSpPr>
        <p:spPr>
          <a:xfrm>
            <a:off x="1792288" y="459581"/>
            <a:ext cx="5486400" cy="3086100"/>
          </a:xfrm>
          <a:prstGeom prst="rect">
            <a:avLst/>
          </a:prstGeom>
          <a:noFill/>
          <a:ln>
            <a:noFill/>
          </a:ln>
        </p:spPr>
      </p:sp>
      <p:sp>
        <p:nvSpPr>
          <p:cNvPr id="120" name="Google Shape;120;p29"/>
          <p:cNvSpPr txBox="1"/>
          <p:nvPr>
            <p:ph idx="1" type="body"/>
          </p:nvPr>
        </p:nvSpPr>
        <p:spPr>
          <a:xfrm>
            <a:off x="1792288" y="4025503"/>
            <a:ext cx="5486400" cy="603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121" name="Google Shape;121;p29"/>
          <p:cNvSpPr txBox="1"/>
          <p:nvPr>
            <p:ph idx="10" type="dt"/>
          </p:nvPr>
        </p:nvSpPr>
        <p:spPr>
          <a:xfrm>
            <a:off x="457200" y="4767263"/>
            <a:ext cx="2133600" cy="274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22" name="Google Shape;122;p29"/>
          <p:cNvSpPr txBox="1"/>
          <p:nvPr>
            <p:ph idx="11" type="ftr"/>
          </p:nvPr>
        </p:nvSpPr>
        <p:spPr>
          <a:xfrm>
            <a:off x="3124200" y="4767263"/>
            <a:ext cx="2895600" cy="274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23" name="Google Shape;123;p29"/>
          <p:cNvSpPr txBox="1"/>
          <p:nvPr>
            <p:ph idx="12" type="sldNum"/>
          </p:nvPr>
        </p:nvSpPr>
        <p:spPr>
          <a:xfrm>
            <a:off x="6553200" y="4767263"/>
            <a:ext cx="2133600" cy="274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124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p30"/>
          <p:cNvSpPr txBox="1"/>
          <p:nvPr>
            <p:ph type="title"/>
          </p:nvPr>
        </p:nvSpPr>
        <p:spPr>
          <a:xfrm>
            <a:off x="457200" y="206375"/>
            <a:ext cx="8229600" cy="8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26" name="Google Shape;126;p30"/>
          <p:cNvSpPr txBox="1"/>
          <p:nvPr>
            <p:ph idx="1" type="body"/>
          </p:nvPr>
        </p:nvSpPr>
        <p:spPr>
          <a:xfrm rot="5400000">
            <a:off x="2874901" y="-1217550"/>
            <a:ext cx="3394200" cy="822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42900" lvl="0" marL="457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27" name="Google Shape;127;p30"/>
          <p:cNvSpPr txBox="1"/>
          <p:nvPr>
            <p:ph idx="10" type="dt"/>
          </p:nvPr>
        </p:nvSpPr>
        <p:spPr>
          <a:xfrm>
            <a:off x="457200" y="4767263"/>
            <a:ext cx="2133600" cy="274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28" name="Google Shape;128;p30"/>
          <p:cNvSpPr txBox="1"/>
          <p:nvPr>
            <p:ph idx="11" type="ftr"/>
          </p:nvPr>
        </p:nvSpPr>
        <p:spPr>
          <a:xfrm>
            <a:off x="3124200" y="4767263"/>
            <a:ext cx="2895600" cy="274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29" name="Google Shape;129;p30"/>
          <p:cNvSpPr txBox="1"/>
          <p:nvPr>
            <p:ph idx="12" type="sldNum"/>
          </p:nvPr>
        </p:nvSpPr>
        <p:spPr>
          <a:xfrm>
            <a:off x="6553200" y="4767263"/>
            <a:ext cx="2133600" cy="274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130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p31"/>
          <p:cNvSpPr txBox="1"/>
          <p:nvPr>
            <p:ph type="title"/>
          </p:nvPr>
        </p:nvSpPr>
        <p:spPr>
          <a:xfrm rot="5400000">
            <a:off x="5463750" y="1371629"/>
            <a:ext cx="4388700" cy="20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2" name="Google Shape;132;p31"/>
          <p:cNvSpPr txBox="1"/>
          <p:nvPr>
            <p:ph idx="1" type="body"/>
          </p:nvPr>
        </p:nvSpPr>
        <p:spPr>
          <a:xfrm rot="5400000">
            <a:off x="1272750" y="-609571"/>
            <a:ext cx="4388700" cy="6019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42900" lvl="0" marL="457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33" name="Google Shape;133;p31"/>
          <p:cNvSpPr txBox="1"/>
          <p:nvPr>
            <p:ph idx="10" type="dt"/>
          </p:nvPr>
        </p:nvSpPr>
        <p:spPr>
          <a:xfrm>
            <a:off x="457200" y="4767263"/>
            <a:ext cx="2133600" cy="274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4" name="Google Shape;134;p31"/>
          <p:cNvSpPr txBox="1"/>
          <p:nvPr>
            <p:ph idx="11" type="ftr"/>
          </p:nvPr>
        </p:nvSpPr>
        <p:spPr>
          <a:xfrm>
            <a:off x="3124200" y="4767263"/>
            <a:ext cx="2895600" cy="274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5" name="Google Shape;135;p31"/>
          <p:cNvSpPr txBox="1"/>
          <p:nvPr>
            <p:ph idx="12" type="sldNum"/>
          </p:nvPr>
        </p:nvSpPr>
        <p:spPr>
          <a:xfrm>
            <a:off x="6553200" y="4767263"/>
            <a:ext cx="2133600" cy="274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_rels/slideMaster2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22.xml"/><Relationship Id="rId10" Type="http://schemas.openxmlformats.org/officeDocument/2006/relationships/slideLayout" Target="../slideLayouts/slideLayout21.xml"/><Relationship Id="rId13" Type="http://schemas.openxmlformats.org/officeDocument/2006/relationships/theme" Target="../theme/theme2.xml"/><Relationship Id="rId12" Type="http://schemas.openxmlformats.org/officeDocument/2006/relationships/slideLayout" Target="../slideLayouts/slideLayout23.xml"/><Relationship Id="rId1" Type="http://schemas.openxmlformats.org/officeDocument/2006/relationships/slideLayout" Target="../slideLayouts/slideLayout12.xml"/><Relationship Id="rId2" Type="http://schemas.openxmlformats.org/officeDocument/2006/relationships/slideLayout" Target="../slideLayouts/slideLayout13.xml"/><Relationship Id="rId3" Type="http://schemas.openxmlformats.org/officeDocument/2006/relationships/slideLayout" Target="../slideLayouts/slideLayout14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Relationship Id="rId5" Type="http://schemas.openxmlformats.org/officeDocument/2006/relationships/slideLayout" Target="../slideLayouts/slideLayout16.xml"/><Relationship Id="rId6" Type="http://schemas.openxmlformats.org/officeDocument/2006/relationships/slideLayout" Target="../slideLayouts/slideLayout17.xml"/><Relationship Id="rId7" Type="http://schemas.openxmlformats.org/officeDocument/2006/relationships/slideLayout" Target="../slideLayouts/slideLayout18.xml"/><Relationship Id="rId8" Type="http://schemas.openxmlformats.org/officeDocument/2006/relationships/slideLayout" Target="../slideLayouts/slideLayout19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g3be02ba6c1a_0_11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1" name="Google Shape;11;g3be02ba6c1a_0_11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Arial"/>
              <a:buChar char="●"/>
              <a:defRPr b="0" i="0" sz="1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1750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17500" lvl="2" marL="1371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17500" lvl="3" marL="1828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17500" lvl="4" marL="22860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17500" lvl="5" marL="2743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17500" lvl="6" marL="3200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17500" lvl="7" marL="3657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17500" lvl="8" marL="4114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2" name="Google Shape;12;g3be02ba6c1a_0_1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19"/>
          <p:cNvSpPr txBox="1"/>
          <p:nvPr>
            <p:ph type="title"/>
          </p:nvPr>
        </p:nvSpPr>
        <p:spPr>
          <a:xfrm>
            <a:off x="457200" y="206375"/>
            <a:ext cx="8229600" cy="8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6" name="Google Shape;56;p19"/>
          <p:cNvSpPr txBox="1"/>
          <p:nvPr>
            <p:ph idx="1" type="body"/>
          </p:nvPr>
        </p:nvSpPr>
        <p:spPr>
          <a:xfrm>
            <a:off x="457200" y="1200150"/>
            <a:ext cx="8229600" cy="3394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431800" lvl="0" marL="457200" marR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406400" lvl="1" marL="914400" marR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81000" lvl="2" marL="1371600" marR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55600" lvl="3" marL="1828800" marR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55600" lvl="4" marL="2286000" marR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55600" lvl="5" marL="2743200" marR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7" name="Google Shape;57;p19"/>
          <p:cNvSpPr txBox="1"/>
          <p:nvPr>
            <p:ph idx="10" type="dt"/>
          </p:nvPr>
        </p:nvSpPr>
        <p:spPr>
          <a:xfrm>
            <a:off x="457200" y="4767263"/>
            <a:ext cx="2133600" cy="274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8" name="Google Shape;58;p19"/>
          <p:cNvSpPr txBox="1"/>
          <p:nvPr>
            <p:ph idx="11" type="ftr"/>
          </p:nvPr>
        </p:nvSpPr>
        <p:spPr>
          <a:xfrm>
            <a:off x="3124200" y="4767263"/>
            <a:ext cx="2895600" cy="274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9" name="Google Shape;59;p19"/>
          <p:cNvSpPr txBox="1"/>
          <p:nvPr>
            <p:ph idx="12" type="sldNum"/>
          </p:nvPr>
        </p:nvSpPr>
        <p:spPr>
          <a:xfrm>
            <a:off x="6553200" y="4767263"/>
            <a:ext cx="2133600" cy="274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6.png"/><Relationship Id="rId4" Type="http://schemas.openxmlformats.org/officeDocument/2006/relationships/image" Target="../media/image3.png"/><Relationship Id="rId5" Type="http://schemas.openxmlformats.org/officeDocument/2006/relationships/image" Target="../media/image10.png"/><Relationship Id="rId6" Type="http://schemas.openxmlformats.org/officeDocument/2006/relationships/image" Target="../media/image4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7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9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5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6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9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8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8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8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12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9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11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9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17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8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13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8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15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8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14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9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Google Shape;140;g3be02ba6c1a_0_106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  <a:solidFill>
            <a:srgbClr val="B6D7A8"/>
          </a:solidFill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</a:pPr>
            <a:r>
              <a:rPr lang="en-US"/>
              <a:t>COMPUTER FUNDAMENTALS</a:t>
            </a:r>
            <a:endParaRPr/>
          </a:p>
        </p:txBody>
      </p:sp>
      <p:sp>
        <p:nvSpPr>
          <p:cNvPr id="141" name="Google Shape;141;g3be02ba6c1a_0_106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t" bIns="91425" lIns="91425" spcFirstLastPara="1" rIns="91425" wrap="square" tIns="91425">
            <a:normAutofit fontScale="25000"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n-US"/>
              <a:t>.</a:t>
            </a:r>
            <a:endParaRPr/>
          </a:p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39285"/>
              <a:buFont typeface="Arial"/>
              <a:buNone/>
            </a:pPr>
            <a:r>
              <a:t/>
            </a:r>
            <a:endParaRPr/>
          </a:p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75"/>
              <a:buFont typeface="Arial"/>
              <a:buNone/>
            </a:pPr>
            <a:r>
              <a:rPr b="1" lang="en-US" sz="7500"/>
              <a:t>Operating System &amp; Control System</a:t>
            </a:r>
            <a:endParaRPr b="1" sz="7500"/>
          </a:p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5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Logo, company name&#10;&#10;Description automatically generated" id="146" name="Google Shape;146;g3ca2b52f0c6_0_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28426" y="88355"/>
            <a:ext cx="800177" cy="800189"/>
          </a:xfrm>
          <a:prstGeom prst="rect">
            <a:avLst/>
          </a:prstGeom>
          <a:noFill/>
          <a:ln>
            <a:noFill/>
          </a:ln>
        </p:spPr>
      </p:pic>
      <p:pic>
        <p:nvPicPr>
          <p:cNvPr id="147" name="Google Shape;147;g3ca2b52f0c6_0_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8343825" y="0"/>
            <a:ext cx="800197" cy="1381055"/>
          </a:xfrm>
          <a:prstGeom prst="rect">
            <a:avLst/>
          </a:prstGeom>
          <a:noFill/>
          <a:ln>
            <a:noFill/>
          </a:ln>
        </p:spPr>
      </p:pic>
      <p:pic>
        <p:nvPicPr>
          <p:cNvPr id="148" name="Google Shape;148;g3ca2b52f0c6_0_7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8343828" y="1381056"/>
            <a:ext cx="800197" cy="1496989"/>
          </a:xfrm>
          <a:prstGeom prst="rect">
            <a:avLst/>
          </a:prstGeom>
          <a:noFill/>
          <a:ln>
            <a:noFill/>
          </a:ln>
        </p:spPr>
      </p:pic>
      <p:sp>
        <p:nvSpPr>
          <p:cNvPr id="149" name="Google Shape;149;g3ca2b52f0c6_0_7"/>
          <p:cNvSpPr txBox="1"/>
          <p:nvPr/>
        </p:nvSpPr>
        <p:spPr>
          <a:xfrm>
            <a:off x="856050" y="466200"/>
            <a:ext cx="7431900" cy="614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3100"/>
              <a:buFont typeface="Arial"/>
              <a:buNone/>
            </a:pPr>
            <a:r>
              <a:rPr b="1" i="0" lang="en-US" sz="3100" u="sng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Do Now Activity (</a:t>
            </a:r>
            <a:r>
              <a:rPr b="1" lang="en-US" sz="3100" u="sng"/>
              <a:t>5 mins)</a:t>
            </a:r>
            <a:endParaRPr b="1" i="0" sz="3100" u="sng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0" name="Google Shape;150;g3ca2b52f0c6_0_7"/>
          <p:cNvSpPr txBox="1"/>
          <p:nvPr/>
        </p:nvSpPr>
        <p:spPr>
          <a:xfrm>
            <a:off x="291100" y="1375800"/>
            <a:ext cx="7431900" cy="392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t/>
            </a:r>
            <a:endParaRPr b="0" i="0" sz="15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1" name="Google Shape;151;g3ca2b52f0c6_0_7"/>
          <p:cNvSpPr/>
          <p:nvPr/>
        </p:nvSpPr>
        <p:spPr>
          <a:xfrm>
            <a:off x="619025" y="1252913"/>
            <a:ext cx="5022600" cy="2664900"/>
          </a:xfrm>
          <a:prstGeom prst="rect">
            <a:avLst/>
          </a:prstGeom>
          <a:solidFill>
            <a:srgbClr val="B6D7A8"/>
          </a:solidFill>
          <a:ln cap="flat" cmpd="sng" w="9525">
            <a:solidFill>
              <a:srgbClr val="2C3C4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900">
              <a:latin typeface="Lexend"/>
              <a:ea typeface="Lexend"/>
              <a:cs typeface="Lexend"/>
              <a:sym typeface="Lexend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i="0" sz="700" u="none" cap="none" strike="noStrike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52" name="Google Shape;152;g3ca2b52f0c6_0_7"/>
          <p:cNvSpPr/>
          <p:nvPr/>
        </p:nvSpPr>
        <p:spPr>
          <a:xfrm>
            <a:off x="5641525" y="1252800"/>
            <a:ext cx="2396100" cy="2664900"/>
          </a:xfrm>
          <a:prstGeom prst="rect">
            <a:avLst/>
          </a:prstGeom>
          <a:solidFill>
            <a:srgbClr val="EBEBEB"/>
          </a:solidFill>
          <a:ln cap="flat" cmpd="sng" w="9525">
            <a:solidFill>
              <a:srgbClr val="2C3C4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lang="en-US" sz="1500">
                <a:latin typeface="Trebuchet MS"/>
                <a:ea typeface="Trebuchet MS"/>
                <a:cs typeface="Trebuchet MS"/>
                <a:sym typeface="Trebuchet MS"/>
              </a:rPr>
              <a:t>TOK </a:t>
            </a:r>
            <a:endParaRPr b="1" sz="1500">
              <a:latin typeface="Trebuchet MS"/>
              <a:ea typeface="Trebuchet MS"/>
              <a:cs typeface="Trebuchet MS"/>
              <a:sym typeface="Trebuchet MS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1" sz="1500">
              <a:latin typeface="Trebuchet MS"/>
              <a:ea typeface="Trebuchet MS"/>
              <a:cs typeface="Trebuchet MS"/>
              <a:sym typeface="Trebuchet MS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3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To what extent can data manipulation be considered an objective process when human judgment influences how databases are designed and interpreted?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1" i="0" sz="1400" u="none" cap="none" strike="noStrike">
              <a:solidFill>
                <a:srgbClr val="000000"/>
              </a:solidFill>
              <a:latin typeface="Trebuchet MS"/>
              <a:ea typeface="Trebuchet MS"/>
              <a:cs typeface="Trebuchet MS"/>
              <a:sym typeface="Trebuchet MS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  <p:pic>
        <p:nvPicPr>
          <p:cNvPr id="153" name="Google Shape;153;g3ca2b52f0c6_0_7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8343826" y="2878053"/>
            <a:ext cx="800185" cy="1194448"/>
          </a:xfrm>
          <a:prstGeom prst="rect">
            <a:avLst/>
          </a:prstGeom>
          <a:noFill/>
          <a:ln>
            <a:noFill/>
          </a:ln>
        </p:spPr>
      </p:pic>
      <p:sp>
        <p:nvSpPr>
          <p:cNvPr id="154" name="Google Shape;154;g3ca2b52f0c6_0_7"/>
          <p:cNvSpPr/>
          <p:nvPr/>
        </p:nvSpPr>
        <p:spPr>
          <a:xfrm>
            <a:off x="128425" y="4072500"/>
            <a:ext cx="9015600" cy="1033800"/>
          </a:xfrm>
          <a:prstGeom prst="rect">
            <a:avLst/>
          </a:prstGeom>
          <a:solidFill>
            <a:srgbClr val="90C226"/>
          </a:solidFill>
          <a:ln cap="flat" cmpd="sng" w="25400">
            <a:solidFill>
              <a:srgbClr val="698D1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5" name="Google Shape;155;g3ca2b52f0c6_0_7"/>
          <p:cNvSpPr txBox="1"/>
          <p:nvPr/>
        </p:nvSpPr>
        <p:spPr>
          <a:xfrm>
            <a:off x="128425" y="4313151"/>
            <a:ext cx="37551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6" name="Google Shape;156;g3ca2b52f0c6_0_7"/>
          <p:cNvSpPr txBox="1"/>
          <p:nvPr/>
        </p:nvSpPr>
        <p:spPr>
          <a:xfrm>
            <a:off x="4282610" y="4168994"/>
            <a:ext cx="37551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7" name="Google Shape;157;g3ca2b52f0c6_0_7"/>
          <p:cNvSpPr/>
          <p:nvPr/>
        </p:nvSpPr>
        <p:spPr>
          <a:xfrm>
            <a:off x="128425" y="4072500"/>
            <a:ext cx="5484300" cy="956700"/>
          </a:xfrm>
          <a:prstGeom prst="rect">
            <a:avLst/>
          </a:prstGeom>
          <a:solidFill>
            <a:srgbClr val="EBEBEB"/>
          </a:solidFill>
          <a:ln cap="flat" cmpd="sng" w="9525">
            <a:solidFill>
              <a:srgbClr val="2C3C4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1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Learning Intention:</a:t>
            </a:r>
            <a:r>
              <a:rPr b="1" lang="en-US">
                <a:solidFill>
                  <a:schemeClr val="dk1"/>
                </a:solidFill>
              </a:rPr>
              <a:t>  </a:t>
            </a:r>
            <a:r>
              <a:rPr lang="en-US" sz="1300">
                <a:solidFill>
                  <a:schemeClr val="dk1"/>
                </a:solidFill>
              </a:rPr>
              <a:t>We'll explore their roles, functions, and how they manage the complex dance of hardware and software</a:t>
            </a:r>
            <a:endParaRPr sz="13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300">
              <a:solidFill>
                <a:schemeClr val="dk1"/>
              </a:solidFill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sz="1300">
              <a:solidFill>
                <a:schemeClr val="dk1"/>
              </a:solidFill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t/>
            </a:r>
            <a:endParaRPr b="1" i="0" sz="15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8" name="Google Shape;158;g3ca2b52f0c6_0_7"/>
          <p:cNvSpPr/>
          <p:nvPr/>
        </p:nvSpPr>
        <p:spPr>
          <a:xfrm>
            <a:off x="5612725" y="4020325"/>
            <a:ext cx="3589200" cy="1033800"/>
          </a:xfrm>
          <a:prstGeom prst="rect">
            <a:avLst/>
          </a:prstGeom>
          <a:noFill/>
          <a:ln cap="flat" cmpd="sng" w="9525">
            <a:solidFill>
              <a:srgbClr val="2C3C4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t/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b="1" i="0" lang="en-US" sz="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Success Criteria</a:t>
            </a:r>
            <a:r>
              <a:rPr b="0" i="0" lang="en-US" sz="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: </a:t>
            </a:r>
            <a:endParaRPr sz="800"/>
          </a:p>
          <a:p>
            <a:pPr indent="-279400" lvl="0" marL="457200" rtl="0" algn="l">
              <a:spcBef>
                <a:spcPts val="0"/>
              </a:spcBef>
              <a:spcAft>
                <a:spcPts val="0"/>
              </a:spcAft>
              <a:buSzPts val="800"/>
              <a:buChar char="-"/>
            </a:pPr>
            <a:r>
              <a:rPr lang="en-US" sz="800"/>
              <a:t>Students will be able to analyse the flow of instructions through a pipeline and identify potential hazards.</a:t>
            </a:r>
            <a:endParaRPr sz="800"/>
          </a:p>
          <a:p>
            <a:pPr indent="-279400" lvl="0" marL="457200" rtl="0" algn="l">
              <a:spcBef>
                <a:spcPts val="0"/>
              </a:spcBef>
              <a:spcAft>
                <a:spcPts val="0"/>
              </a:spcAft>
              <a:buSzPts val="800"/>
              <a:buChar char="-"/>
            </a:pPr>
            <a:r>
              <a:rPr lang="en-US" sz="800"/>
              <a:t>Students will be able to evaluate the impact of pipelining on instruction throughput and execution time.</a:t>
            </a:r>
            <a:endParaRPr sz="800"/>
          </a:p>
          <a:p>
            <a:pPr indent="-279400" lvl="0" marL="457200" rtl="0" algn="l">
              <a:spcBef>
                <a:spcPts val="0"/>
              </a:spcBef>
              <a:spcAft>
                <a:spcPts val="0"/>
              </a:spcAft>
              <a:buSzPts val="800"/>
              <a:buChar char="-"/>
            </a:pPr>
            <a:r>
              <a:rPr lang="en-US" sz="800"/>
              <a:t>Students will be able to explain the advantages of multi-core processors for multitasking and parallel processing.</a:t>
            </a:r>
            <a:endParaRPr sz="800"/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t/>
            </a:r>
            <a:endParaRPr b="0" i="0" sz="1600" u="none" cap="none" strike="noStrike">
              <a:solidFill>
                <a:srgbClr val="000000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  <p:sp>
        <p:nvSpPr>
          <p:cNvPr id="159" name="Google Shape;159;g3ca2b52f0c6_0_7"/>
          <p:cNvSpPr txBox="1"/>
          <p:nvPr/>
        </p:nvSpPr>
        <p:spPr>
          <a:xfrm>
            <a:off x="705650" y="1379025"/>
            <a:ext cx="4840200" cy="2421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solidFill>
                  <a:schemeClr val="dk1"/>
                </a:solidFill>
              </a:rPr>
              <a:t>L1 :  Can you think of an analogy for how the OS abstracts hardware complexities? (Hint: Think of a translator or a waiter in a restaurant.)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solidFill>
                  <a:schemeClr val="dk1"/>
                </a:solidFill>
              </a:rPr>
              <a:t>L2:Explain what is Operating system with real life examples ?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solidFill>
                  <a:schemeClr val="dk1"/>
                </a:solidFill>
              </a:rPr>
              <a:t>L3: Mention what is a Control system with the support of an example.</a:t>
            </a:r>
            <a:endParaRPr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4" name="Shape 1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5" name="Google Shape;165;g3ca2b52f0c6_0_7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152400"/>
            <a:ext cx="8839201" cy="478550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0" name="Shape 1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1" name="Google Shape;171;g3ca2b52f0c6_0_8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152400"/>
            <a:ext cx="8176030" cy="4838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6" name="Shape 1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7" name="Google Shape;177;g3ca2b52f0c6_0_8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04800" y="369000"/>
            <a:ext cx="8839202" cy="376987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2" name="Shape 1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3" name="Google Shape;183;g3ca2b52f0c6_0_9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061975" y="614363"/>
            <a:ext cx="6905625" cy="39147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7" name="Shape 1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8" name="Google Shape;188;p6"/>
          <p:cNvSpPr/>
          <p:nvPr/>
        </p:nvSpPr>
        <p:spPr>
          <a:xfrm>
            <a:off x="4400" y="267494"/>
            <a:ext cx="9144000" cy="5628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r>
              <a:rPr lang="en-US" sz="36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Challenging </a:t>
            </a:r>
            <a:r>
              <a:rPr b="0" i="0" lang="en-US" sz="36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Activities - 20 </a:t>
            </a:r>
            <a:r>
              <a:rPr lang="en-US" sz="36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mins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9" name="Google Shape;189;p6"/>
          <p:cNvSpPr txBox="1"/>
          <p:nvPr/>
        </p:nvSpPr>
        <p:spPr>
          <a:xfrm>
            <a:off x="515550" y="1110575"/>
            <a:ext cx="7588200" cy="3366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Table 1 : Explore and differentiate between polling and interrupt handling with an real life example.( Aditya Lead)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Table 2 : Explain why might interrupt handling be preferred for a keyboard, while polling might be more suitable for a network connection? (Youssef lead)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Table 3: </a:t>
            </a: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What is the Role of the OS in Managing Multitasking and Resource Allocation? (HL only)(Sina lead)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Table 4 : Can you imagine a real-world scenario where each scheduling algorithm would be most suitable? Sketch and Explain - Usman (lead)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  <mc:AlternateContent>
    <mc:Choice Requires="p14">
      <p:transition spd="slow" p14:dur="1600">
        <p14:prism dir="l"/>
      </p:transition>
    </mc:Choice>
    <mc:Fallback>
      <p:transition spd="slow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4" name="Shape 1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5" name="Google Shape;195;g3ca2b52f0c6_0_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07974" y="444975"/>
            <a:ext cx="7839574" cy="4411900"/>
          </a:xfrm>
          <a:prstGeom prst="rect">
            <a:avLst/>
          </a:prstGeom>
          <a:noFill/>
          <a:ln>
            <a:noFill/>
          </a:ln>
        </p:spPr>
      </p:pic>
      <p:sp>
        <p:nvSpPr>
          <p:cNvPr id="196" name="Google Shape;196;g3ca2b52f0c6_0_2"/>
          <p:cNvSpPr/>
          <p:nvPr/>
        </p:nvSpPr>
        <p:spPr>
          <a:xfrm>
            <a:off x="-96475" y="-169531"/>
            <a:ext cx="9144000" cy="5628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r>
              <a:rPr lang="en-US" sz="36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                         TASK 2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1" name="Shape 2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2" name="Google Shape;202;g3ca2b52f0c6_0_104"/>
          <p:cNvSpPr txBox="1"/>
          <p:nvPr>
            <p:ph type="title"/>
          </p:nvPr>
        </p:nvSpPr>
        <p:spPr>
          <a:xfrm>
            <a:off x="457200" y="206375"/>
            <a:ext cx="8229600" cy="8574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Plenary </a:t>
            </a:r>
            <a:endParaRPr/>
          </a:p>
        </p:txBody>
      </p:sp>
      <p:sp>
        <p:nvSpPr>
          <p:cNvPr id="203" name="Google Shape;203;g3ca2b52f0c6_0_104"/>
          <p:cNvSpPr txBox="1"/>
          <p:nvPr/>
        </p:nvSpPr>
        <p:spPr>
          <a:xfrm>
            <a:off x="0" y="1423125"/>
            <a:ext cx="3000000" cy="2986200"/>
          </a:xfrm>
          <a:prstGeom prst="rect">
            <a:avLst/>
          </a:prstGeom>
          <a:solidFill>
            <a:srgbClr val="92D050"/>
          </a:solidFill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Which of the following is NOT a core function of an operating system?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A. Running application software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B. Compiling source code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C. Providing a user interface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D. Managing system resources</a:t>
            </a:r>
            <a:endParaRPr/>
          </a:p>
        </p:txBody>
      </p:sp>
      <p:sp>
        <p:nvSpPr>
          <p:cNvPr id="204" name="Google Shape;204;g3ca2b52f0c6_0_104"/>
          <p:cNvSpPr txBox="1"/>
          <p:nvPr/>
        </p:nvSpPr>
        <p:spPr>
          <a:xfrm>
            <a:off x="2854350" y="1479175"/>
            <a:ext cx="3000000" cy="2986200"/>
          </a:xfrm>
          <a:prstGeom prst="rect">
            <a:avLst/>
          </a:prstGeom>
          <a:solidFill>
            <a:srgbClr val="FFD966"/>
          </a:solidFill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What is the purpose of abstraction in an operating system?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A. To make the computer run faster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B. To prevent software crashes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C. To enable multitasking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D. To hide complex hardware details from users and applications</a:t>
            </a:r>
            <a:endParaRPr/>
          </a:p>
        </p:txBody>
      </p:sp>
      <p:sp>
        <p:nvSpPr>
          <p:cNvPr id="205" name="Google Shape;205;g3ca2b52f0c6_0_104"/>
          <p:cNvSpPr txBox="1"/>
          <p:nvPr/>
        </p:nvSpPr>
        <p:spPr>
          <a:xfrm>
            <a:off x="5953500" y="1423125"/>
            <a:ext cx="3000000" cy="2986200"/>
          </a:xfrm>
          <a:prstGeom prst="rect">
            <a:avLst/>
          </a:prstGeom>
          <a:solidFill>
            <a:srgbClr val="A4C2F4"/>
          </a:solidFill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Which scheduling algorithm gives each process a fixed time slice on the CPU?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A. Round Robin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B. First-Come, First-Served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C. Multilevel Queue Scheduling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D. Priority Scheduling</a:t>
            </a:r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0" name="Shape 2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1" name="Google Shape;211;g3cafd001592_0_1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704650"/>
            <a:ext cx="8839199" cy="389990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6" name="Shape 2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7" name="Google Shape;217;g3cafd001592_0_2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397675" y="65775"/>
            <a:ext cx="5195321" cy="4838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2" name="Shape 2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3" name="Google Shape;223;g3cafd001592_0_2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152400"/>
            <a:ext cx="8632583" cy="4838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8" name="Shape 2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9" name="Google Shape;229;g3cafd001592_0_0"/>
          <p:cNvSpPr txBox="1"/>
          <p:nvPr>
            <p:ph type="title"/>
          </p:nvPr>
        </p:nvSpPr>
        <p:spPr>
          <a:xfrm>
            <a:off x="457200" y="206375"/>
            <a:ext cx="8229600" cy="857400"/>
          </a:xfrm>
          <a:prstGeom prst="rect">
            <a:avLst/>
          </a:prstGeom>
          <a:solidFill>
            <a:schemeClr val="dk1"/>
          </a:solidFill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>
                <a:solidFill>
                  <a:schemeClr val="lt1"/>
                </a:solidFill>
              </a:rPr>
              <a:t>Control Systems</a:t>
            </a:r>
            <a:endParaRPr>
              <a:solidFill>
                <a:schemeClr val="lt1"/>
              </a:solidFill>
            </a:endParaRPr>
          </a:p>
        </p:txBody>
      </p:sp>
      <p:pic>
        <p:nvPicPr>
          <p:cNvPr id="230" name="Google Shape;230;g3cafd001592_0_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1216175"/>
            <a:ext cx="8839199" cy="362087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5" name="Shape 2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6" name="Google Shape;236;g3cafd001592_0_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152400"/>
            <a:ext cx="8737017" cy="4838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1" name="Shape 2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42" name="Google Shape;242;g3cafd001592_0_1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152400"/>
            <a:ext cx="8839200" cy="404869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2013-09-12T12:17:01Z</dcterms:created>
  <dc:creator>PRE wso</dc:creator>
</cp:coreProperties>
</file>