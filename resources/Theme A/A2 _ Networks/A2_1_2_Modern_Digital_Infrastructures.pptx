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474720" cy="347472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743200"/>
            <a:ext cx="1828800" cy="1828800"/>
          </a:xfrm>
          <a:prstGeom prst="ellipse">
            <a:avLst/>
          </a:prstGeom>
          <a:solidFill>
            <a:srgbClr val="5A8A3C">
              <a:alpha val="35000"/>
            </a:srgbClr>
          </a:solidFill>
          <a:ln w="12700">
            <a:solidFill>
              <a:srgbClr val="5A8A3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2.1.2  |  IB Computer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Digital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Benefits · Limitations · Key Technologies · Applications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411480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Intention: Describe the purpose, benefits and limitations of modern digital infrastructures.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DO NOW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Minutes — Think &amp; Respond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91440"/>
            <a:ext cx="1097280" cy="73152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539496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Your Tasks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4864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is meant by 'digital infrastructure'. Give ONE example.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548640" cy="38404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78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TWO benefits and TWO limitations of modern digital infrastructures.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548640" cy="38404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84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Which digital infrastructure do you rely on most in daily life — and what would happen if it failed?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005840"/>
            <a:ext cx="2926080" cy="3566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078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481328"/>
            <a:ext cx="219456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572768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digital divide mean that technological progress benefits everyone equally — or does it deepen existing inequalities?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A1F"/>
          </a:solidFill>
          <a:ln w="12700">
            <a:solidFill>
              <a:srgbClr val="1E2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365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Intention: Describe the purpose, benefits and limitations of modern digital infrastructures and identify key components.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Digital Infrastructures Do?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691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Connectivity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for connecting individuals, businesses &amp; devices worldwide — enabling communication, collaboration, and information sharing.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69164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💾  Data Storage &amp; 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3752" y="15544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storage &amp; processing power to manage ever-growing data — enabling data-driven decisions, scientific research &amp; new tech development.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64008" cy="1691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 Service Delivery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" y="34747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online banking, e-commerce, healthcare &amp; education — improving accessibility, efficiency &amp; convenience for 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64008" cy="169164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Innovation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73752" y="34747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developing AI, machine learning &amp; IoT — transforming industries and improving everyday life.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Digital Infrastructure Matters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914400"/>
          </a:xfrm>
          <a:prstGeom prst="rect">
            <a:avLst/>
          </a:prstGeom>
          <a:solidFill>
            <a:srgbClr val="0E201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Increased Efficiency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5453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streamlined processes improve productivity and reduce operational costs across all sectors.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4114800" cy="914400"/>
          </a:xfrm>
          <a:prstGeom prst="rect">
            <a:avLst/>
          </a:prstGeom>
          <a:solidFill>
            <a:srgbClr val="0E201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40280"/>
            <a:ext cx="64008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Enhanced Communication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26426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tools facilitate collaboration and information sharing across all geographical boundaries.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37560"/>
            <a:ext cx="4114800" cy="914400"/>
          </a:xfrm>
          <a:prstGeom prst="rect">
            <a:avLst/>
          </a:prstGeom>
          <a:solidFill>
            <a:srgbClr val="0E201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337560"/>
            <a:ext cx="64008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Improved Access to Information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739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online resources empower individuals with knowledge, research tools, and opportunities.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914400"/>
          </a:xfrm>
          <a:prstGeom prst="rect">
            <a:avLst/>
          </a:prstGeom>
          <a:solidFill>
            <a:srgbClr val="0E201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43000"/>
            <a:ext cx="64008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Economic Growth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15453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new business models, creates jobs, and fosters innovation-driven economic development.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4114800" cy="914400"/>
          </a:xfrm>
          <a:prstGeom prst="rect">
            <a:avLst/>
          </a:prstGeom>
          <a:solidFill>
            <a:srgbClr val="0E2010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240280"/>
            <a:ext cx="64008" cy="9144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Social Progress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26426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communities, facilitates access to education &amp; healthcare, and empowers marginalised groups.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Constraints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06040" cy="54864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Cost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maintaining digital infrastructure requires enormous financial investment from governments and organisations.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09728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97280"/>
            <a:ext cx="260604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Complexity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18688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intricate systems demands specialised skills and expertise that are not always readily available.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097280"/>
            <a:ext cx="2606040" cy="54864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Security Risks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53328" y="16002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&amp; data breaches are a constant threat, requiring robust, ever-evolving security measures.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91640" y="297180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91640" y="2971800"/>
            <a:ext cx="260604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1368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Digital Divide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01368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access to technology and digital literacy can deepen existing social and economic inequalities.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2971800"/>
            <a:ext cx="26060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2971800"/>
            <a:ext cx="2606040" cy="54864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Environmental Impact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6008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Energy-hungry data centres and network equipment contribute significantly to carbon emissions and environmental strain.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Internet &amp; Cloud Computing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THE INTERNET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network of interconnected networks — the 'roads' connecting every device globally.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any device globally via TCP/IP protocols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email, websites, streaming &amp; online gaming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other digital services &amp; technologies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  CLOUD COMPUTING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on-demand resources from AWS, Google Cloud, or Azure — instead of owning servers.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increase or decrease resources as needed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88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— access data from any device anywhere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 — no upfront hardware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Systems &amp; Edge Computing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🖧  Distributed Systems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computers working together to share tasks — instead of one powerful central machine.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93392"/>
            <a:ext cx="64008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computer fails, others take over — ensuring continuous uninterrupted operation.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80360"/>
            <a:ext cx="64008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98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191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add more machines to handle increasing workloads without disruption.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6732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67328"/>
            <a:ext cx="64008" cy="7498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distributed to the best-suited computers, optimising resource use.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45152" y="987552"/>
            <a:ext cx="36576" cy="38404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Edge Computing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28032" y="14264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near the source — reducing latency for real-time apps instead of sending to distant cloud servers.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199339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1993392"/>
            <a:ext cx="64008" cy="56692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2011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Latency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92624" y="2258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— data travels shorter distance to be processed.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66090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28032" y="2660904"/>
            <a:ext cx="64008" cy="56692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679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Efficiency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92624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 sent to cloud, reducing congestion and transmission costs.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28032" y="332841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28032" y="3328416"/>
            <a:ext cx="64008" cy="56692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3346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Support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92624" y="3593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millions of connected devices generating real-time data.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28032" y="399592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3995928"/>
            <a:ext cx="64008" cy="56692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40142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92624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local — reducing breach risk during transmission.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Networks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networks enabling smartphones, tablets &amp; IoT devices — evolving from 2G through to 5G and emerging 6G technologies.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572768" cy="2651760"/>
          </a:xfrm>
          <a:prstGeom prst="rect">
            <a:avLst/>
          </a:prstGeom>
          <a:solidFill>
            <a:srgbClr val="1B4F7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1207008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14600"/>
            <a:ext cx="13898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&amp; SMS. First digital encryption.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39112" y="1828800"/>
            <a:ext cx="1572768" cy="2651760"/>
          </a:xfrm>
          <a:prstGeom prst="rect">
            <a:avLst/>
          </a:prstGeom>
          <a:solidFill>
            <a:srgbClr val="1A527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3G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221992" y="2423160"/>
            <a:ext cx="1207008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552" y="2514600"/>
            <a:ext cx="13898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internet &amp; video calls. Data &gt;2 Mbps.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58184" y="1828800"/>
            <a:ext cx="1572768" cy="2651760"/>
          </a:xfrm>
          <a:prstGeom prst="rect">
            <a:avLst/>
          </a:prstGeom>
          <a:solidFill>
            <a:srgbClr val="0E665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4G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941064" y="2423160"/>
            <a:ext cx="1207008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9624" y="2514600"/>
            <a:ext cx="13898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streaming &amp; fast browsing. App ecosystem growth.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77256" y="1828800"/>
            <a:ext cx="1572768" cy="2651760"/>
          </a:xfrm>
          <a:prstGeom prst="rect">
            <a:avLst/>
          </a:prstGeom>
          <a:solidFill>
            <a:srgbClr val="5A8A3C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5G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660136" y="2423160"/>
            <a:ext cx="1207008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2514600"/>
            <a:ext cx="13898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latency. Massive IoT &amp; smart cities.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96328" y="1828800"/>
            <a:ext cx="1572768" cy="2651760"/>
          </a:xfrm>
          <a:prstGeom prst="rect">
            <a:avLst/>
          </a:prstGeom>
          <a:solidFill>
            <a:srgbClr val="148F77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7768" y="192024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6G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7379208" y="2423160"/>
            <a:ext cx="1207008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2514600"/>
            <a:ext cx="13898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Emerging: terahertz speeds &amp; AI-native networking.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Wide Web &amp; Cryptocurrency Blockchains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World Wide Web (WWW)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browsers (Chrome, Firefox) request &amp; render web pages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store &amp; deliver websites on demand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connect pages — enabling navigation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HTML, CSS &amp; JavaScript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news, commerce, education &amp; government services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45152" y="987552"/>
            <a:ext cx="36576" cy="38404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Cryptocurrency Blockchains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28032" y="150876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28032" y="1508760"/>
            <a:ext cx="64008" cy="84124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536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Ledger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92624" y="1847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a network — no central authority needed (e.g. no bank).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28032" y="2496312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496312"/>
            <a:ext cx="64008" cy="84124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25237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Security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92624" y="28346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chained in tamper-proof blocks using cryptography.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28032" y="3483864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3483864"/>
            <a:ext cx="64008" cy="84124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92624" y="38221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 transaction history — promoting accountability.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4526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crypto: supply chain · healthcare records · secure voting systems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Traffic Lights &amp; School Networks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🚦  Smart Traffic Lights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detect vehicles, pedestrians &amp; cyclists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 communicate with each other &amp; central systems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timing based on real-time traffic conditions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emergency vehicles — reducing accidents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idling time → lower fuel use &amp; emissions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🏫  School Networks (LAN)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computers, printers &amp; devices across school site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1396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for students &amp; staff (learning platforms)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file sharing between classrooms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73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filtering — blocks inappropriate websites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 &amp; network security controls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DIFFERENTIATED ACTIVITIES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Exam-Style Questions  —  20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AO1 · Recall &amp; Define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743200" cy="54864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AO2 · Explain &amp; Analyse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987552"/>
            <a:ext cx="2743200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AO3 · Justify &amp; Discuss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600200"/>
            <a:ext cx="27432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673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 (3 marks)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011680"/>
            <a:ext cx="2514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installs solar panels and stores data from them in a cloud system.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Identify ONE type of digital infrastructure being used. [1]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State TWO purposes of digital infrastructure relevant to this scenario. [2]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160020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00200"/>
            <a:ext cx="2788920" cy="54864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673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 (4 marks)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0116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self-driving car processes sensor data instantly without sending it to a remote server.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Identify the type of computing being used. [1]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Explain TWO reasons why this approach is necessary for self-driving cars. [2]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State ONE limitation of this approach. [1]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600200"/>
            <a:ext cx="265176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6733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 (5 marks)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01168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developing country is debating whether to invest in national digital infrastructure.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Identify TWO benefits this could bring. [2]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Describe ONE limitation that may hinder success. [1]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Justify whether the investment is worthwhile. [2]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STRETCH  |  EXTENSION ACTIVITIES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· Evaluate · Justify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3794760"/>
          </a:xfrm>
          <a:prstGeom prst="rect">
            <a:avLst/>
          </a:prstGeom>
          <a:solidFill>
            <a:srgbClr val="0E201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 (6 marks)  —  AO3 — Evaluate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is choosing between storing patient data on a centralised cloud server or using an edge computing system.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Describe TWO differences between these approaches. [2]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Evaluate which approach better suits a hospital environment, considering security and reliability. [4]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0E2010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05840"/>
            <a:ext cx="4206240" cy="64008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  (6 marks)  —  AO3 — Justify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proposes using blockchain technology to manage national voting records.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Describe how blockchain would ensure the integrity of voting data. [3]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Evaluate ONE benefit and ONE limitation of this approach compared to traditional methods. [3]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Correct Term to the Definition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675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05156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data at or near the source, minimising the distance data travels for real-time responsiveness.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6675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01168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ledger secured by cryptography — making transaction records tamper-proof and transparent.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6675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718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297180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on-demand computing resources over the internet — offering scalability, flexibility and cost savings.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6675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3192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3192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networks using cellular towers that have evolved from 2G to 5G, enabling connectivity on the go.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051560"/>
            <a:ext cx="169164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05156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Edge Computing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011680"/>
            <a:ext cx="1691640" cy="80467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0116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Blockchain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2971800"/>
            <a:ext cx="1691640" cy="8046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97180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Cloud Computing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78040" y="3931920"/>
            <a:ext cx="1691640" cy="804672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393192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Mobile Networks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A2.1.2 Modern Digital Infrastructures</dc:title>
  <dc:subject>PptxGenJS Presentation</dc:subject>
  <dc:creator>PptxGenJS</dc:creator>
  <cp:lastModifiedBy>PptxGenJS</cp:lastModifiedBy>
  <cp:revision>1</cp:revision>
  <dcterms:created xsi:type="dcterms:W3CDTF">2026-03-04T19:37:06Z</dcterms:created>
  <dcterms:modified xsi:type="dcterms:W3CDTF">2026-03-04T19:37:06Z</dcterms:modified>
</cp:coreProperties>
</file>