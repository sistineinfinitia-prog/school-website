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4b5e0d8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4b5e0d8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b5e0d82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b5e0d82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4b5e0d8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4b5e0d8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4b5e0d82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4b5e0d82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4b5e0d82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4b5e0d82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121212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A 3.2.3 </a:t>
            </a:r>
            <a:r>
              <a:rPr b="1" lang="en" sz="2300">
                <a:solidFill>
                  <a:srgbClr val="121212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Data Types</a:t>
            </a:r>
            <a:endParaRPr b="1" sz="2300">
              <a:solidFill>
                <a:srgbClr val="121212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48509"/>
              <a:buFont typeface="Arial"/>
              <a:buNone/>
            </a:pPr>
            <a:r>
              <a:rPr b="1" lang="en" sz="2268">
                <a:solidFill>
                  <a:srgbClr val="121212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Outline the different data types used in relational databases</a:t>
            </a:r>
            <a:endParaRPr b="1" sz="2268">
              <a:solidFill>
                <a:srgbClr val="121212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INTRODUCTION 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121212"/>
                </a:solidFill>
                <a:highlight>
                  <a:srgbClr val="EAF0F5"/>
                </a:highlight>
              </a:rPr>
              <a:t>Relational databases are structured systems for storing and managing data. A fundamental aspect of designing these databases is understanding and utilising data types. Data types define the kind of data that can be stored in a particular column of a table. Choosing the correct data type is crucial for ensuring data integrity, optimizing storage, and enabling efficient data manipulation.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en" sz="2900">
                <a:solidFill>
                  <a:srgbClr val="121212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 Data Types in Relational Databases</a:t>
            </a:r>
            <a:endParaRPr b="1" sz="2900">
              <a:solidFill>
                <a:srgbClr val="1212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48" y="1255573"/>
            <a:ext cx="7591514" cy="36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en" sz="2900">
                <a:solidFill>
                  <a:srgbClr val="121212"/>
                </a:solidFill>
                <a:latin typeface="Trebuchet MS"/>
                <a:ea typeface="Trebuchet MS"/>
                <a:cs typeface="Trebuchet MS"/>
                <a:sym typeface="Trebuchet MS"/>
              </a:rPr>
              <a:t>The Importance of Data Type Consistency</a:t>
            </a:r>
            <a:endParaRPr b="1" sz="2900">
              <a:solidFill>
                <a:srgbClr val="1212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25" y="1721425"/>
            <a:ext cx="877252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en" sz="2900">
                <a:solidFill>
                  <a:srgbClr val="121212"/>
                </a:solidFill>
                <a:latin typeface="Trebuchet MS"/>
                <a:ea typeface="Trebuchet MS"/>
                <a:cs typeface="Trebuchet MS"/>
                <a:sym typeface="Trebuchet MS"/>
              </a:rPr>
              <a:t>The Potential Effects of Choosing the Wrong Data Type</a:t>
            </a:r>
            <a:endParaRPr b="1" sz="2900">
              <a:solidFill>
                <a:srgbClr val="1212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50" y="2042250"/>
            <a:ext cx="8839199" cy="2522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900"/>
              <a:buAutoNum type="arabicPeriod"/>
            </a:pPr>
            <a:r>
              <a:rPr lang="en" sz="1900">
                <a:solidFill>
                  <a:srgbClr val="121212"/>
                </a:solidFill>
              </a:rPr>
              <a:t>Why is it important to choose the correct data type for a column in a relational database?</a:t>
            </a:r>
            <a:endParaRPr sz="1900">
              <a:solidFill>
                <a:srgbClr val="121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900">
                <a:solidFill>
                  <a:srgbClr val="121212"/>
                </a:solidFill>
              </a:rPr>
              <a:t>What are the potential consequences of storing a string in an </a:t>
            </a:r>
            <a:r>
              <a:rPr lang="en" sz="1600">
                <a:solidFill>
                  <a:srgbClr val="DD1144"/>
                </a:solidFill>
                <a:highlight>
                  <a:srgbClr val="F7F7F9"/>
                </a:highlight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en" sz="1900">
                <a:solidFill>
                  <a:srgbClr val="121212"/>
                </a:solidFill>
              </a:rPr>
              <a:t> column?</a:t>
            </a:r>
            <a:endParaRPr sz="1900">
              <a:solidFill>
                <a:srgbClr val="12121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900"/>
              <a:buAutoNum type="arabicPeriod"/>
            </a:pPr>
            <a:r>
              <a:rPr lang="en" sz="1900">
                <a:solidFill>
                  <a:srgbClr val="121212"/>
                </a:solidFill>
              </a:rPr>
              <a:t>Explain why data type consistency is important for database operations.</a:t>
            </a:r>
            <a:endParaRPr sz="1900">
              <a:solidFill>
                <a:srgbClr val="121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900">
                <a:solidFill>
                  <a:srgbClr val="121212"/>
                </a:solidFill>
              </a:rPr>
              <a:t>Give an example of a situation where using the </a:t>
            </a:r>
            <a:r>
              <a:rPr lang="en" sz="1600">
                <a:solidFill>
                  <a:srgbClr val="DD1144"/>
                </a:solidFill>
                <a:highlight>
                  <a:srgbClr val="F7F7F9"/>
                </a:highlight>
                <a:latin typeface="Courier New"/>
                <a:ea typeface="Courier New"/>
                <a:cs typeface="Courier New"/>
                <a:sym typeface="Courier New"/>
              </a:rPr>
              <a:t>DECIMAL</a:t>
            </a:r>
            <a:r>
              <a:rPr lang="en" sz="1900">
                <a:solidFill>
                  <a:srgbClr val="121212"/>
                </a:solidFill>
              </a:rPr>
              <a:t> data type would be more appropriate than using </a:t>
            </a:r>
            <a:r>
              <a:rPr lang="en" sz="1600">
                <a:solidFill>
                  <a:srgbClr val="DD1144"/>
                </a:solidFill>
                <a:highlight>
                  <a:srgbClr val="F7F7F9"/>
                </a:highlight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" sz="1900">
                <a:solidFill>
                  <a:srgbClr val="121212"/>
                </a:solidFill>
              </a:rPr>
              <a:t>.</a:t>
            </a:r>
            <a:endParaRPr sz="1900">
              <a:solidFill>
                <a:srgbClr val="12121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