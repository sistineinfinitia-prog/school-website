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ec3c190c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ec3c190c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ec3c190c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ec3c190c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ec3c190c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ec3c190c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ec3c190c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ec3c190c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ec3c190c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ec3c190c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ec3c190c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ec3c190c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ec3c190c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7ec3c190c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ec3c190c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ec3c190c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ec3c190c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ec3c190c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A3.1.1 Relational Databases: An Overview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Learning Objective:</a:t>
            </a:r>
            <a:r>
              <a:rPr lang="en" sz="1100">
                <a:solidFill>
                  <a:schemeClr val="dk1"/>
                </a:solidFill>
              </a:rPr>
              <a:t> To explain the features, benefits, and limitations of a relational database.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679200" y="2391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Starter Activity (3-5 minutes)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311700" y="4125775"/>
            <a:ext cx="8520600" cy="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Identify the  primary  key  , Records and Fields from the given data table</a:t>
            </a:r>
            <a:endParaRPr/>
          </a:p>
        </p:txBody>
      </p:sp>
      <p:pic>
        <p:nvPicPr>
          <p:cNvPr id="136" name="Google Shape;1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7342"/>
            <a:ext cx="9143999" cy="3068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772475" y="4307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Database</a:t>
            </a:r>
            <a:endParaRPr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125" y="1385333"/>
            <a:ext cx="7505700" cy="3122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232400" y="150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 of Relational Databases</a:t>
            </a:r>
            <a:endParaRPr/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6713" y="790800"/>
            <a:ext cx="5170576" cy="417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875" y="295075"/>
            <a:ext cx="7131525" cy="46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300" y="152400"/>
            <a:ext cx="764559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8950"/>
            <a:ext cx="8839200" cy="28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225" y="76200"/>
            <a:ext cx="6848566" cy="499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/>
        </p:nvSpPr>
        <p:spPr>
          <a:xfrm>
            <a:off x="269625" y="355575"/>
            <a:ext cx="8469000" cy="411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Question 1 – Features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school is storing student information in a spreadsheet. Each time a student joins a club, their details are copied again into a new sheet. This has led to inconsistent spellings of names and incorrect addresses.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a.</a:t>
            </a:r>
            <a:r>
              <a:rPr lang="en" sz="1100">
                <a:solidFill>
                  <a:schemeClr val="dk1"/>
                </a:solidFill>
              </a:rPr>
              <a:t> Explain how the features of a relational database could solve this problem.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b.</a:t>
            </a:r>
            <a:r>
              <a:rPr lang="en" sz="1100">
                <a:solidFill>
                  <a:schemeClr val="dk1"/>
                </a:solidFill>
              </a:rPr>
              <a:t> Identify one entity and its attributes that could be used in this database.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Question 2 – Benefits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hospital is moving from a filing cabinet system to a relational database. The management is worried about staff being able to quickly access patient records.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a.</a:t>
            </a:r>
            <a:r>
              <a:rPr lang="en" sz="1100">
                <a:solidFill>
                  <a:schemeClr val="dk1"/>
                </a:solidFill>
              </a:rPr>
              <a:t> Describe one benefit of using a relational database in this scenario.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b.</a:t>
            </a:r>
            <a:r>
              <a:rPr lang="en" sz="1100">
                <a:solidFill>
                  <a:schemeClr val="dk1"/>
                </a:solidFill>
              </a:rPr>
              <a:t> Explain how relationships between tables would improve the accuracy of patient information.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Question 3 – Limitations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small business with limited IT staff is considering adopting a relational database to manage customer orders and payments.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a.</a:t>
            </a:r>
            <a:r>
              <a:rPr lang="en" sz="1100">
                <a:solidFill>
                  <a:schemeClr val="dk1"/>
                </a:solidFill>
              </a:rPr>
              <a:t> Explain one limitation of using a relational database in this context.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b.</a:t>
            </a:r>
            <a:r>
              <a:rPr lang="en" sz="1100">
                <a:solidFill>
                  <a:schemeClr val="dk1"/>
                </a:solidFill>
              </a:rPr>
              <a:t> Suggest an alternative solution and justify why it might be more suitable.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Plenary </a:t>
            </a:r>
            <a:endParaRPr/>
          </a:p>
        </p:txBody>
      </p:sp>
      <p:sp>
        <p:nvSpPr>
          <p:cNvPr id="179" name="Google Shape;179;p22"/>
          <p:cNvSpPr txBox="1"/>
          <p:nvPr>
            <p:ph idx="1" type="body"/>
          </p:nvPr>
        </p:nvSpPr>
        <p:spPr>
          <a:xfrm>
            <a:off x="1040825" y="1498600"/>
            <a:ext cx="7688100" cy="30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QUIZ Activity -Printout provided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