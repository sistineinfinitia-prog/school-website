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c5806109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c5806109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c5806109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c5806109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c5806109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c5806109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c5806109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c5806109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c5806109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c5806109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c5806109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c5806109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c5806109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c5806109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c5806109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c5806109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c5806109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c5806109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c5806109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c5806109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c5806109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c5806109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c5806109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c5806109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c58061095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c5806109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c58061095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9c5806109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683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600" y="453450"/>
            <a:ext cx="8290175" cy="397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3913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7" cy="4241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283462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8962" y="883413"/>
            <a:ext cx="3403338" cy="3376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043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064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464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148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428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374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930456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298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473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</a:t>
            </a:r>
            <a:endParaRPr/>
          </a:p>
        </p:txBody>
      </p:sp>
      <p:pic>
        <p:nvPicPr>
          <p:cNvPr id="126" name="Google Shape;12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3650" y="1148750"/>
            <a:ext cx="344132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