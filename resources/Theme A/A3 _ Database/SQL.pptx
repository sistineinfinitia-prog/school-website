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Nuni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Nunito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Nunito-italic.fntdata"/><Relationship Id="rId23" Type="http://schemas.openxmlformats.org/officeDocument/2006/relationships/slide" Target="slides/slide18.xml"/><Relationship Id="rId45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Nuni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dcb3560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dcb3560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dcb3560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dcb3560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dcb35604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dcb35604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dcb35604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dcb3560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dcb35604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dcb35604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dcb35604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dcb35604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dcb35604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dcb35604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dcb35604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dcb35604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e3197c0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e3197c0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e3197c0f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e3197c0f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e3197c0f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e3197c0f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3197c0f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e3197c0f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dcb35604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dcb35604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e3197c0f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e3197c0f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e3197c0f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e3197c0f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e3197c0f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e3197c0f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e3197c0f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e3197c0f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e3197c0f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e3197c0f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e3197c0f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e3197c0f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e3197c0f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e3197c0f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e3197c0f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e3197c0f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dcb35604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dcb35604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e3197c0f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e3197c0f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e3197c0f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e3197c0f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e3197c0f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e3197c0f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dcb35604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dcb35604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dcb35604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dcb35604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dcb35604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dcb35604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dcb35604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dcb35604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dcb35604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dcb35604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dcb35604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dcb35604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dcb35604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dcb35604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dcb35604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dcb35604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dcb35604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dcb35604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dcb35604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dcb35604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dcb35604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dcb35604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dcb35604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dcb35604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geeksforgeeks.org/sql/what-is-sql/" TargetMode="External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5345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4395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77225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945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6300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47725"/>
            <a:ext cx="8839200" cy="3363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1415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9347" y="1582475"/>
            <a:ext cx="3133849" cy="19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262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48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725" y="0"/>
            <a:ext cx="615590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72425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089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81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724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33625"/>
            <a:ext cx="37242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9075" y="2333625"/>
            <a:ext cx="4962524" cy="2505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25" y="389425"/>
            <a:ext cx="8717402" cy="440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645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38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74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2641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456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/>
        </p:nvSpPr>
        <p:spPr>
          <a:xfrm>
            <a:off x="393750" y="885950"/>
            <a:ext cx="6505200" cy="28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Creating Database</a:t>
            </a:r>
            <a:endParaRPr b="1"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To create a new database in SQL, we use CREATE DATABASE command followed by the database name. Database names cannot contain spaces; if needed, an underscore (_) can be used instead.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Syntax:</a:t>
            </a:r>
            <a:endParaRPr b="1"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CREATE DATABASE database_name;</a:t>
            </a:r>
            <a:endParaRPr sz="1200">
              <a:solidFill>
                <a:schemeClr val="dk1"/>
              </a:solidFill>
              <a:highlight>
                <a:srgbClr val="E0E0E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Let’s create a simple database called GeeksForGeeks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Query:</a:t>
            </a:r>
            <a:endParaRPr b="1"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CREATE DATABASE CS Diploma;</a:t>
            </a:r>
            <a:endParaRPr sz="1200">
              <a:solidFill>
                <a:schemeClr val="dk1"/>
              </a:solidFill>
              <a:highlight>
                <a:srgbClr val="E0E0E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/>
        </p:nvSpPr>
        <p:spPr>
          <a:xfrm>
            <a:off x="369125" y="117325"/>
            <a:ext cx="7169700" cy="3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What is SQL DROP DATABASE?</a:t>
            </a:r>
            <a:endParaRPr b="1"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DROP DATABASE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command in </a:t>
            </a:r>
            <a:r>
              <a:rPr lang="en" sz="1350" u="sng">
                <a:solidFill>
                  <a:srgbClr val="357960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SQL 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is used to completely delete a database and all of its objects, such as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tables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indexes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views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and other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dependent objects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 Once executed, this operation cannot be undone, so it's crucial to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back up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the database before performing this action.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This command is typically used in scenarios where a database is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no longer required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or needs to be removed for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reorganization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 Before running the command, ensure that we have appropriate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permissions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to drop the database, as only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database administrators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typically have the necessary rights.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Purpose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To remove a database from the DBMS permanently.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Outcome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All data, schema, and database objects are erased.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3225" y="3224400"/>
            <a:ext cx="58864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/>
        </p:nvSpPr>
        <p:spPr>
          <a:xfrm>
            <a:off x="738325" y="571350"/>
            <a:ext cx="5406000" cy="1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Deleting a Database</a:t>
            </a:r>
            <a:endParaRPr b="1" sz="15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If you ever want to delete a database, use: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Query:</a:t>
            </a:r>
            <a:endParaRPr b="1"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DROP DATABASE Computer Science diploma ;</a:t>
            </a:r>
            <a:endParaRPr sz="1200">
              <a:solidFill>
                <a:schemeClr val="dk1"/>
              </a:solidFill>
              <a:highlight>
                <a:srgbClr val="E0E0E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/>
        </p:nvSpPr>
        <p:spPr>
          <a:xfrm>
            <a:off x="459375" y="364500"/>
            <a:ext cx="63084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Creating Tables</a:t>
            </a:r>
            <a:endParaRPr b="1"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 table is the core structure of a database where data is stored in rows and columns. While creating a table, you must define: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Column names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Data types (e.g., INT, VARCHAR, DATE)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Constraints (e.g., PRIMARY KEY, NOT NULL, UNIQUE, DEFAULT, FOREIGN KEY)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Syntax:</a:t>
            </a:r>
            <a:endParaRPr b="1"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CREATE TABLE table_name (</a:t>
            </a:r>
            <a:endParaRPr sz="1200">
              <a:solidFill>
                <a:schemeClr val="dk1"/>
              </a:solidFill>
              <a:highlight>
                <a:srgbClr val="E0E0E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   column1 datatype constraint,</a:t>
            </a:r>
            <a:endParaRPr sz="1200">
              <a:solidFill>
                <a:schemeClr val="dk1"/>
              </a:solidFill>
              <a:highlight>
                <a:srgbClr val="E0E0E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   column2 datatype constraint,</a:t>
            </a:r>
            <a:endParaRPr sz="1200">
              <a:solidFill>
                <a:schemeClr val="dk1"/>
              </a:solidFill>
              <a:highlight>
                <a:srgbClr val="E0E0E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   ...</a:t>
            </a:r>
            <a:endParaRPr sz="1200">
              <a:solidFill>
                <a:schemeClr val="dk1"/>
              </a:solidFill>
              <a:highlight>
                <a:srgbClr val="E0E0E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1905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chemeClr val="dk1"/>
              </a:solidFill>
              <a:highlight>
                <a:srgbClr val="E0E0E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0" name="Google Shape;1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050" y="2630775"/>
            <a:ext cx="5179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4150"/>
            <a:ext cx="8839201" cy="3747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9"/>
          <p:cNvSpPr txBox="1"/>
          <p:nvPr/>
        </p:nvSpPr>
        <p:spPr>
          <a:xfrm>
            <a:off x="951575" y="1534025"/>
            <a:ext cx="70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D966"/>
                </a:highlight>
              </a:rPr>
              <a:t>A3.3.2 Construct queries between two  tables in SQL</a:t>
            </a:r>
            <a:endParaRPr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900" y="152400"/>
            <a:ext cx="687639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77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963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70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7" cy="4113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811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