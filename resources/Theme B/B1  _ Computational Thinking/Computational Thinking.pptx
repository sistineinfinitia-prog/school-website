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Century Gothic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enturyGothic-regular.fntdata"/><Relationship Id="rId14" Type="http://schemas.openxmlformats.org/officeDocument/2006/relationships/slide" Target="slides/slide9.xml"/><Relationship Id="rId17" Type="http://schemas.openxmlformats.org/officeDocument/2006/relationships/font" Target="fonts/CenturyGothic-italic.fntdata"/><Relationship Id="rId16" Type="http://schemas.openxmlformats.org/officeDocument/2006/relationships/font" Target="fonts/CenturyGothic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CenturyGothic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8e9d73a6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8e9d73a6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8e9d73a6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8e9d73a6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8e9d73a6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8e9d73a6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8e9d73a6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8e9d73a6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8e9d73a6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8e9d73a6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8e9d73a6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8e9d73a6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8e9d73a6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8e9d73a6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8e9d73a6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8e9d73a6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Computational Thinking</a:t>
            </a:r>
            <a:endParaRPr sz="4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Starter - 3 mins</a:t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6838" y="1490663"/>
            <a:ext cx="6410325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975" y="78175"/>
            <a:ext cx="672041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113" y="194825"/>
            <a:ext cx="707778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550" y="171450"/>
            <a:ext cx="7067550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475" y="176213"/>
            <a:ext cx="6877050" cy="47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 rotWithShape="1">
          <a:blip r:embed="rId3">
            <a:alphaModFix/>
          </a:blip>
          <a:srcRect b="0" l="0" r="0" t="2258"/>
          <a:stretch/>
        </p:blipFill>
        <p:spPr>
          <a:xfrm>
            <a:off x="1064475" y="321875"/>
            <a:ext cx="6795725" cy="458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5025" y="152400"/>
            <a:ext cx="671381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Task - 20 mins</a:t>
            </a:r>
            <a:endParaRPr/>
          </a:p>
        </p:txBody>
      </p:sp>
      <p:sp>
        <p:nvSpPr>
          <p:cNvPr id="96" name="Google Shape;9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Research and Explain types of computational thinking methods with help of any real life example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