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ao2848KKDSFRlqkW4eSmh/24E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ab5fa983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ab5fa983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7ab5fa983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ab5fa9839_0_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37ab5fa9839_0_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37ab5fa9839_0_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7ab5fa9839_0_1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7ab5fa9839_0_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ab5fa9839_0_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7ab5fa9839_0_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7ab5fa9839_0_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7ab5fa9839_0_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37ab5fa9839_0_2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7ab5fa9839_0_2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7ab5fa9839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7ab5fa9839_0_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37ab5fa9839_0_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7ab5fa9839_0_2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7ab5fa9839_0_2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7ab5fa9839_0_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7ab5fa9839_0_3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7ab5fa9839_0_3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7ab5fa9839_0_3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7ab5fa9839_0_3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7ab5fa9839_0_3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7ab5fa9839_0_3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37ab5fa9839_0_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7ab5fa9839_0_4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37ab5fa9839_0_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7ab5fa9839_0_4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7ab5fa9839_0_4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37ab5fa9839_0_4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ab5fa9839_0_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content slide">
  <p:cSld name="Video content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ab5fa9839_0_5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7ab5fa9839_0_5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7ab5fa9839_0_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58" name="Google Shape;58;g37ab5fa9839_0_50"/>
          <p:cNvGrpSpPr/>
          <p:nvPr/>
        </p:nvGrpSpPr>
        <p:grpSpPr>
          <a:xfrm>
            <a:off x="-1" y="0"/>
            <a:ext cx="12192069" cy="419092"/>
            <a:chOff x="-1" y="0"/>
            <a:chExt cx="12192069" cy="533400"/>
          </a:xfrm>
        </p:grpSpPr>
        <p:sp>
          <p:nvSpPr>
            <p:cNvPr id="59" name="Google Shape;59;g37ab5fa9839_0_50"/>
            <p:cNvSpPr/>
            <p:nvPr/>
          </p:nvSpPr>
          <p:spPr>
            <a:xfrm>
              <a:off x="-1" y="0"/>
              <a:ext cx="10095600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g37ab5fa9839_0_50"/>
            <p:cNvSpPr/>
            <p:nvPr/>
          </p:nvSpPr>
          <p:spPr>
            <a:xfrm>
              <a:off x="9100868" y="0"/>
              <a:ext cx="3091200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txBody>
            <a:bodyPr anchorCtr="0" anchor="t" bIns="45700" lIns="0" spcFirstLastPara="1" rIns="46800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ab5fa9839_0_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7ab5fa9839_0_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7ab5fa9839_0_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ab5fa9839_0_0"/>
          <p:cNvSpPr txBox="1"/>
          <p:nvPr/>
        </p:nvSpPr>
        <p:spPr>
          <a:xfrm>
            <a:off x="927650" y="1935925"/>
            <a:ext cx="6696000" cy="31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How to produce algorithms using pseudocode and flowcharts</a:t>
            </a:r>
            <a:endParaRPr b="0" i="0" sz="36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social media post&#10;&#10;Description automatically generated" id="71" name="Google Shape;71;p2"/>
          <p:cNvPicPr preferRelativeResize="0"/>
          <p:nvPr/>
        </p:nvPicPr>
        <p:blipFill rotWithShape="1">
          <a:blip r:embed="rId3">
            <a:alphaModFix/>
          </a:blip>
          <a:srcRect b="0" l="11772" r="0" t="0"/>
          <a:stretch/>
        </p:blipFill>
        <p:spPr>
          <a:xfrm>
            <a:off x="8952614" y="402582"/>
            <a:ext cx="3239386" cy="645541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176565" y="1059209"/>
            <a:ext cx="4695465" cy="12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exam you need to be able to create, interpret, correct and refine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using:</a:t>
            </a:r>
            <a:endParaRPr/>
          </a:p>
          <a:p>
            <a:pPr indent="-285749" lvl="1" marL="5400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endParaRPr/>
          </a:p>
          <a:p>
            <a:pPr indent="-285749" lvl="1" marL="5400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Flowcharts</a:t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176565" y="523174"/>
            <a:ext cx="8379606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How to produce algorithms using pseudocode and flowcharts</a:t>
            </a:r>
            <a:endParaRPr b="0" i="0" sz="12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oy&#10;&#10;Description automatically generated" id="74" name="Google Shape;7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800" y="231073"/>
            <a:ext cx="6921195" cy="6921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method of representing the sequences of steps in 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form of a diagram.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Flowcharts</a:t>
            </a:r>
            <a:endParaRPr b="0" i="0" sz="12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3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82" name="Google Shape;82;p3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 number1”</a:t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 number2”</a:t>
              </a:r>
              <a:endParaRPr/>
            </a:p>
          </p:txBody>
        </p:sp>
        <p:cxnSp>
          <p:nvCxnSpPr>
            <p:cNvPr id="89" name="Google Shape;89;p3"/>
            <p:cNvCxnSpPr>
              <a:stCxn id="82" idx="2"/>
              <a:endCxn id="83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92" name="Google Shape;92;p3"/>
            <p:cNvGrpSpPr/>
            <p:nvPr/>
          </p:nvGrpSpPr>
          <p:grpSpPr>
            <a:xfrm>
              <a:off x="8819943" y="4566322"/>
              <a:ext cx="1872900" cy="411584"/>
              <a:chOff x="8819943" y="4566322"/>
              <a:chExt cx="1872900" cy="411584"/>
            </a:xfrm>
          </p:grpSpPr>
          <p:cxnSp>
            <p:nvCxnSpPr>
              <p:cNvPr id="93" name="Google Shape;93;p3"/>
              <p:cNvCxnSpPr>
                <a:stCxn id="86" idx="3"/>
              </p:cNvCxnSpPr>
              <p:nvPr/>
            </p:nvCxnSpPr>
            <p:spPr>
              <a:xfrm>
                <a:off x="8819943" y="4566322"/>
                <a:ext cx="1872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3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95" name="Google Shape;95;p3"/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96" name="Google Shape;96;p3"/>
              <p:cNvCxnSpPr/>
              <p:nvPr/>
            </p:nvCxnSpPr>
            <p:spPr>
              <a:xfrm>
                <a:off x="8819943" y="4566322"/>
                <a:ext cx="1872863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3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98" name="Google Shape;98;p3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02" name="Google Shape;102;p3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Flowcharts</a:t>
            </a:r>
            <a:endParaRPr b="0" i="0" sz="12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method of representing the sequences of steps in 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form of a diagram.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4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113" name="Google Shape;113;p4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120" name="Google Shape;120;p4"/>
            <p:cNvCxnSpPr>
              <a:stCxn id="113" idx="2"/>
              <a:endCxn id="114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23" name="Google Shape;123;p4"/>
            <p:cNvGrpSpPr/>
            <p:nvPr/>
          </p:nvGrpSpPr>
          <p:grpSpPr>
            <a:xfrm>
              <a:off x="8819943" y="4566322"/>
              <a:ext cx="1872900" cy="411584"/>
              <a:chOff x="8819943" y="4566322"/>
              <a:chExt cx="1872900" cy="411584"/>
            </a:xfrm>
          </p:grpSpPr>
          <p:cxnSp>
            <p:nvCxnSpPr>
              <p:cNvPr id="124" name="Google Shape;124;p4"/>
              <p:cNvCxnSpPr>
                <a:stCxn id="117" idx="3"/>
              </p:cNvCxnSpPr>
              <p:nvPr/>
            </p:nvCxnSpPr>
            <p:spPr>
              <a:xfrm>
                <a:off x="8819943" y="4566322"/>
                <a:ext cx="1872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" name="Google Shape;125;p4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26" name="Google Shape;126;p4"/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127" name="Google Shape;127;p4"/>
              <p:cNvCxnSpPr/>
              <p:nvPr/>
            </p:nvCxnSpPr>
            <p:spPr>
              <a:xfrm>
                <a:off x="8819943" y="4566322"/>
                <a:ext cx="1872863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4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129" name="Google Shape;129;p4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4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31" name="Google Shape;131;p4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4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Flowcharts</a:t>
            </a:r>
            <a:endParaRPr b="0" i="0" sz="12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method of representing the sequences of steps in 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form of a diagram.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5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142" name="Google Shape;142;p5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149" name="Google Shape;149;p5"/>
            <p:cNvCxnSpPr>
              <a:stCxn id="142" idx="2"/>
              <a:endCxn id="143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50" name="Google Shape;150;p5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51" name="Google Shape;151;p5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52" name="Google Shape;152;p5"/>
            <p:cNvGrpSpPr/>
            <p:nvPr/>
          </p:nvGrpSpPr>
          <p:grpSpPr>
            <a:xfrm>
              <a:off x="8819943" y="4566322"/>
              <a:ext cx="1872900" cy="411584"/>
              <a:chOff x="8819943" y="4566322"/>
              <a:chExt cx="1872900" cy="411584"/>
            </a:xfrm>
          </p:grpSpPr>
          <p:cxnSp>
            <p:nvCxnSpPr>
              <p:cNvPr id="153" name="Google Shape;153;p5"/>
              <p:cNvCxnSpPr>
                <a:stCxn id="146" idx="3"/>
              </p:cNvCxnSpPr>
              <p:nvPr/>
            </p:nvCxnSpPr>
            <p:spPr>
              <a:xfrm>
                <a:off x="8819943" y="4566322"/>
                <a:ext cx="1872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4" name="Google Shape;154;p5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55" name="Google Shape;155;p5"/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156" name="Google Shape;156;p5"/>
              <p:cNvCxnSpPr/>
              <p:nvPr/>
            </p:nvCxnSpPr>
            <p:spPr>
              <a:xfrm>
                <a:off x="8819943" y="4566322"/>
                <a:ext cx="1872863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5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158" name="Google Shape;158;p5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5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60" name="Google Shape;160;p5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1" name="Google Shape;161;p5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Flowcharts</a:t>
            </a:r>
            <a:endParaRPr b="0" i="0" sz="12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method of representing the sequences of steps in 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form of a diagram.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" name="Google Shape;170;p6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171" name="Google Shape;171;p6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178" name="Google Shape;178;p6"/>
            <p:cNvCxnSpPr>
              <a:stCxn id="171" idx="2"/>
              <a:endCxn id="172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9" name="Google Shape;179;p6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0" name="Google Shape;180;p6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81" name="Google Shape;181;p6"/>
            <p:cNvGrpSpPr/>
            <p:nvPr/>
          </p:nvGrpSpPr>
          <p:grpSpPr>
            <a:xfrm>
              <a:off x="8819943" y="4566322"/>
              <a:ext cx="1872900" cy="411584"/>
              <a:chOff x="8819943" y="4566322"/>
              <a:chExt cx="1872900" cy="411584"/>
            </a:xfrm>
          </p:grpSpPr>
          <p:cxnSp>
            <p:nvCxnSpPr>
              <p:cNvPr id="182" name="Google Shape;182;p6"/>
              <p:cNvCxnSpPr>
                <a:stCxn id="175" idx="3"/>
              </p:cNvCxnSpPr>
              <p:nvPr/>
            </p:nvCxnSpPr>
            <p:spPr>
              <a:xfrm>
                <a:off x="8819943" y="4566322"/>
                <a:ext cx="1872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6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84" name="Google Shape;184;p6"/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185" name="Google Shape;185;p6"/>
              <p:cNvCxnSpPr/>
              <p:nvPr/>
            </p:nvCxnSpPr>
            <p:spPr>
              <a:xfrm>
                <a:off x="8819943" y="4566322"/>
                <a:ext cx="1872863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6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187" name="Google Shape;187;p6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" name="Google Shape;188;p6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89" name="Google Shape;189;p6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p6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Flowcharts</a:t>
            </a:r>
            <a:endParaRPr b="0" i="0" sz="12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method of representing the sequences of steps in 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form of a diagram.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7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200" name="Google Shape;200;p7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207" name="Google Shape;207;p7"/>
            <p:cNvCxnSpPr>
              <a:stCxn id="200" idx="2"/>
              <a:endCxn id="201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8" name="Google Shape;208;p7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7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10" name="Google Shape;210;p7"/>
            <p:cNvGrpSpPr/>
            <p:nvPr/>
          </p:nvGrpSpPr>
          <p:grpSpPr>
            <a:xfrm>
              <a:off x="8819943" y="4566322"/>
              <a:ext cx="1872900" cy="411584"/>
              <a:chOff x="8819943" y="4566322"/>
              <a:chExt cx="1872900" cy="411584"/>
            </a:xfrm>
          </p:grpSpPr>
          <p:cxnSp>
            <p:nvCxnSpPr>
              <p:cNvPr id="211" name="Google Shape;211;p7"/>
              <p:cNvCxnSpPr>
                <a:stCxn id="204" idx="3"/>
              </p:cNvCxnSpPr>
              <p:nvPr/>
            </p:nvCxnSpPr>
            <p:spPr>
              <a:xfrm>
                <a:off x="8819943" y="4566322"/>
                <a:ext cx="1872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7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213" name="Google Shape;213;p7"/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214" name="Google Shape;214;p7"/>
              <p:cNvCxnSpPr/>
              <p:nvPr/>
            </p:nvCxnSpPr>
            <p:spPr>
              <a:xfrm>
                <a:off x="8819943" y="4566322"/>
                <a:ext cx="1872863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5" name="Google Shape;215;p7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216" name="Google Shape;216;p7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7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8" name="Google Shape;218;p7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7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Flowcharts</a:t>
            </a:r>
            <a:endParaRPr b="0" i="0" sz="12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76565" y="1057547"/>
            <a:ext cx="3942667" cy="968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method of representing the sequences of steps in 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form of a diagram.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8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229" name="Google Shape;229;p8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236" name="Google Shape;236;p8"/>
            <p:cNvCxnSpPr>
              <a:stCxn id="229" idx="2"/>
              <a:endCxn id="230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7" name="Google Shape;237;p8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8" name="Google Shape;238;p8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39" name="Google Shape;239;p8"/>
            <p:cNvGrpSpPr/>
            <p:nvPr/>
          </p:nvGrpSpPr>
          <p:grpSpPr>
            <a:xfrm>
              <a:off x="8819943" y="4566322"/>
              <a:ext cx="1872900" cy="411584"/>
              <a:chOff x="8819943" y="4566322"/>
              <a:chExt cx="1872900" cy="411584"/>
            </a:xfrm>
          </p:grpSpPr>
          <p:cxnSp>
            <p:nvCxnSpPr>
              <p:cNvPr id="240" name="Google Shape;240;p8"/>
              <p:cNvCxnSpPr>
                <a:stCxn id="233" idx="3"/>
              </p:cNvCxnSpPr>
              <p:nvPr/>
            </p:nvCxnSpPr>
            <p:spPr>
              <a:xfrm>
                <a:off x="8819943" y="4566322"/>
                <a:ext cx="1872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8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242" name="Google Shape;242;p8"/>
            <p:cNvGrpSpPr/>
            <p:nvPr/>
          </p:nvGrpSpPr>
          <p:grpSpPr>
            <a:xfrm flipH="1">
              <a:off x="4372254" y="4559972"/>
              <a:ext cx="1872863" cy="411584"/>
              <a:chOff x="8819943" y="4566322"/>
              <a:chExt cx="1872863" cy="411584"/>
            </a:xfrm>
          </p:grpSpPr>
          <p:cxnSp>
            <p:nvCxnSpPr>
              <p:cNvPr id="243" name="Google Shape;243;p8"/>
              <p:cNvCxnSpPr/>
              <p:nvPr/>
            </p:nvCxnSpPr>
            <p:spPr>
              <a:xfrm>
                <a:off x="8819943" y="4566322"/>
                <a:ext cx="1872863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8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245" name="Google Shape;245;p8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6" name="Google Shape;246;p8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7" name="Google Shape;247;p8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" name="Google Shape;248;p8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176564" y="1856146"/>
            <a:ext cx="5186010" cy="315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alternative, text-based way of representing the sequence of steps in an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prefix </a:t>
            </a:r>
            <a:r>
              <a:rPr b="0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means </a:t>
            </a:r>
            <a:r>
              <a:rPr b="0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0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genuine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be thought of as a simplified form of programming code.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allows us to lay down the logic of a problem in an </a:t>
            </a:r>
            <a:r>
              <a:rPr b="0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almost-like-real-code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way without worrying about the actual rules and syntax of a particular language.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300453" y="467188"/>
            <a:ext cx="5533053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endParaRPr b="0" i="0" sz="12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7213" y="781050"/>
            <a:ext cx="6076950" cy="607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_notes" id="256" name="Google Shape;2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//Program to output the largest of the two numbers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number1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number2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number1 &gt; number2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ENDIF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p10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264" name="Google Shape;264;p10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270" name="Google Shape;270;p10"/>
            <p:cNvCxnSpPr>
              <a:stCxn id="264" idx="2"/>
              <a:endCxn id="265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1" name="Google Shape;271;p10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2" name="Google Shape;272;p10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73" name="Google Shape;273;p10"/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</p:grpSpPr>
          <p:cxnSp>
            <p:nvCxnSpPr>
              <p:cNvPr id="274" name="Google Shape;274;p10"/>
              <p:cNvCxnSpPr/>
              <p:nvPr/>
            </p:nvCxnSpPr>
            <p:spPr>
              <a:xfrm>
                <a:off x="8658559" y="4566322"/>
                <a:ext cx="203424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" name="Google Shape;275;p10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276" name="Google Shape;276;p10"/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</p:grpSpPr>
          <p:cxnSp>
            <p:nvCxnSpPr>
              <p:cNvPr id="277" name="Google Shape;277;p10"/>
              <p:cNvCxnSpPr/>
              <p:nvPr/>
            </p:nvCxnSpPr>
            <p:spPr>
              <a:xfrm>
                <a:off x="8612219" y="4566322"/>
                <a:ext cx="208058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8" name="Google Shape;278;p10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279" name="Google Shape;279;p10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0" name="Google Shape;280;p10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81" name="Google Shape;281;p10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2" name="Google Shape;282;p10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3" name="Google Shape;283;p10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</p:grpSp>
      <p:sp>
        <p:nvSpPr>
          <p:cNvPr id="284" name="Google Shape;284;p10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" y="2248129"/>
            <a:ext cx="1933574" cy="552221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//Program to output the largest of the two numbers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number1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number2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number1 &gt; number2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ENDIF</a:t>
            </a:r>
            <a:endParaRPr/>
          </a:p>
        </p:txBody>
      </p:sp>
      <p:grpSp>
        <p:nvGrpSpPr>
          <p:cNvPr id="295" name="Google Shape;295;p11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296" name="Google Shape;296;p11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302" name="Google Shape;302;p11"/>
            <p:cNvCxnSpPr>
              <a:stCxn id="296" idx="2"/>
              <a:endCxn id="297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3" name="Google Shape;303;p11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4" name="Google Shape;304;p11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05" name="Google Shape;305;p11"/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</p:grpSpPr>
          <p:cxnSp>
            <p:nvCxnSpPr>
              <p:cNvPr id="306" name="Google Shape;306;p11"/>
              <p:cNvCxnSpPr/>
              <p:nvPr/>
            </p:nvCxnSpPr>
            <p:spPr>
              <a:xfrm>
                <a:off x="8658559" y="4566322"/>
                <a:ext cx="203424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1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308" name="Google Shape;308;p11"/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</p:grpSpPr>
          <p:cxnSp>
            <p:nvCxnSpPr>
              <p:cNvPr id="309" name="Google Shape;309;p11"/>
              <p:cNvCxnSpPr/>
              <p:nvPr/>
            </p:nvCxnSpPr>
            <p:spPr>
              <a:xfrm>
                <a:off x="8612219" y="4566322"/>
                <a:ext cx="208058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1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311" name="Google Shape;311;p11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11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13" name="Google Shape;313;p11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11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15" name="Google Shape;315;p11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1" y="2971799"/>
            <a:ext cx="2647950" cy="27622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//Program to output the largest of the two numbers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number1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number2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number1 &gt; number2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ENDIF</a:t>
            </a:r>
            <a:endParaRPr/>
          </a:p>
        </p:txBody>
      </p:sp>
      <p:grpSp>
        <p:nvGrpSpPr>
          <p:cNvPr id="325" name="Google Shape;325;p12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326" name="Google Shape;326;p12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327" name="Google Shape;327;p12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328" name="Google Shape;328;p12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329" name="Google Shape;329;p12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330" name="Google Shape;330;p12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331" name="Google Shape;331;p12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332" name="Google Shape;332;p12"/>
            <p:cNvCxnSpPr>
              <a:stCxn id="326" idx="2"/>
              <a:endCxn id="327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3" name="Google Shape;333;p12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4" name="Google Shape;334;p12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35" name="Google Shape;335;p12"/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</p:grpSpPr>
          <p:cxnSp>
            <p:nvCxnSpPr>
              <p:cNvPr id="336" name="Google Shape;336;p12"/>
              <p:cNvCxnSpPr/>
              <p:nvPr/>
            </p:nvCxnSpPr>
            <p:spPr>
              <a:xfrm>
                <a:off x="8658559" y="4566322"/>
                <a:ext cx="203424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12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338" name="Google Shape;338;p12"/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</p:grpSpPr>
          <p:cxnSp>
            <p:nvCxnSpPr>
              <p:cNvPr id="339" name="Google Shape;339;p12"/>
              <p:cNvCxnSpPr/>
              <p:nvPr/>
            </p:nvCxnSpPr>
            <p:spPr>
              <a:xfrm>
                <a:off x="8612219" y="4566322"/>
                <a:ext cx="208058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2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341" name="Google Shape;341;p12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12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3" name="Google Shape;343;p12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4" name="Google Shape;344;p12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5" name="Google Shape;345;p12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0" y="3452283"/>
            <a:ext cx="5141840" cy="271991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//Program to output the largest of the two numbers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number1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number2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number1 &gt; number2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ENDIF</a:t>
            </a:r>
            <a:endParaRPr/>
          </a:p>
        </p:txBody>
      </p:sp>
      <p:grpSp>
        <p:nvGrpSpPr>
          <p:cNvPr id="355" name="Google Shape;355;p13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356" name="Google Shape;356;p13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362" name="Google Shape;362;p13"/>
            <p:cNvCxnSpPr>
              <a:stCxn id="356" idx="2"/>
              <a:endCxn id="357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3" name="Google Shape;363;p13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4" name="Google Shape;364;p13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65" name="Google Shape;365;p13"/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</p:grpSpPr>
          <p:cxnSp>
            <p:nvCxnSpPr>
              <p:cNvPr id="366" name="Google Shape;366;p13"/>
              <p:cNvCxnSpPr/>
              <p:nvPr/>
            </p:nvCxnSpPr>
            <p:spPr>
              <a:xfrm>
                <a:off x="8658559" y="4566322"/>
                <a:ext cx="203424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3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368" name="Google Shape;368;p13"/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</p:grpSpPr>
          <p:cxnSp>
            <p:nvCxnSpPr>
              <p:cNvPr id="369" name="Google Shape;369;p13"/>
              <p:cNvCxnSpPr/>
              <p:nvPr/>
            </p:nvCxnSpPr>
            <p:spPr>
              <a:xfrm>
                <a:off x="8612219" y="4566322"/>
                <a:ext cx="208058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13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371" name="Google Shape;371;p13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" name="Google Shape;372;p13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3" name="Google Shape;373;p13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4" name="Google Shape;374;p13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5" name="Google Shape;375;p13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0" y="3736348"/>
            <a:ext cx="5141839" cy="474278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//Program to output the largest of the two numbers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number1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number2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number1 &gt; number2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ENDIF</a:t>
            </a:r>
            <a:endParaRPr/>
          </a:p>
        </p:txBody>
      </p:sp>
      <p:grpSp>
        <p:nvGrpSpPr>
          <p:cNvPr id="385" name="Google Shape;385;p14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386" name="Google Shape;386;p14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392" name="Google Shape;392;p14"/>
            <p:cNvCxnSpPr>
              <a:stCxn id="386" idx="2"/>
              <a:endCxn id="387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93" name="Google Shape;393;p14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94" name="Google Shape;394;p14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95" name="Google Shape;395;p14"/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</p:grpSpPr>
          <p:cxnSp>
            <p:nvCxnSpPr>
              <p:cNvPr id="396" name="Google Shape;396;p14"/>
              <p:cNvCxnSpPr/>
              <p:nvPr/>
            </p:nvCxnSpPr>
            <p:spPr>
              <a:xfrm>
                <a:off x="8658559" y="4566322"/>
                <a:ext cx="203424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14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398" name="Google Shape;398;p14"/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</p:grpSpPr>
          <p:cxnSp>
            <p:nvCxnSpPr>
              <p:cNvPr id="399" name="Google Shape;399;p14"/>
              <p:cNvCxnSpPr/>
              <p:nvPr/>
            </p:nvCxnSpPr>
            <p:spPr>
              <a:xfrm>
                <a:off x="8612219" y="4566322"/>
                <a:ext cx="208058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14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401" name="Google Shape;401;p14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" name="Google Shape;402;p14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03" name="Google Shape;403;p14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14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05" name="Google Shape;405;p14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Pseudocode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1" y="4200525"/>
            <a:ext cx="914400" cy="30350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5141840" y="4213400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9533652" y="4254099"/>
            <a:ext cx="775934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76565" y="993174"/>
            <a:ext cx="831020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//Program to output the largest of the two numbers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number1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DECLARE number2 :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number1 &gt; number2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OUTPUT "The largest number is ", number2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ENDIF</a:t>
            </a:r>
            <a:endParaRPr/>
          </a:p>
        </p:txBody>
      </p:sp>
      <p:grpSp>
        <p:nvGrpSpPr>
          <p:cNvPr id="415" name="Google Shape;415;p15"/>
          <p:cNvGrpSpPr/>
          <p:nvPr/>
        </p:nvGrpSpPr>
        <p:grpSpPr>
          <a:xfrm>
            <a:off x="3373159" y="621198"/>
            <a:ext cx="8642276" cy="6086759"/>
            <a:chOff x="3163943" y="570398"/>
            <a:chExt cx="8642276" cy="6086759"/>
          </a:xfrm>
        </p:grpSpPr>
        <p:sp>
          <p:nvSpPr>
            <p:cNvPr id="416" name="Google Shape;416;p15"/>
            <p:cNvSpPr/>
            <p:nvPr/>
          </p:nvSpPr>
          <p:spPr>
            <a:xfrm>
              <a:off x="6964324" y="570398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6299789" y="1433099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number1 from the keyboard</a:t>
              </a: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6299789" y="2637254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number2 from the keyboard</a:t>
              </a: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6964324" y="6281605"/>
              <a:ext cx="1148316" cy="375552"/>
            </a:xfrm>
            <a:prstGeom prst="flowChartTerminator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Stop</a:t>
              </a: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3163943" y="4977906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number1</a:t>
              </a:r>
              <a:endParaRPr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9328833" y="4966930"/>
              <a:ext cx="2477386" cy="764230"/>
            </a:xfrm>
            <a:prstGeom prst="flowChartInputOutput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 “The largest number is..." number2</a:t>
              </a:r>
              <a:endParaRPr/>
            </a:p>
          </p:txBody>
        </p:sp>
        <p:cxnSp>
          <p:nvCxnSpPr>
            <p:cNvPr id="422" name="Google Shape;422;p15"/>
            <p:cNvCxnSpPr>
              <a:stCxn id="416" idx="2"/>
              <a:endCxn id="417" idx="1"/>
            </p:cNvCxnSpPr>
            <p:nvPr/>
          </p:nvCxnSpPr>
          <p:spPr>
            <a:xfrm>
              <a:off x="7538482" y="945950"/>
              <a:ext cx="0" cy="4872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23" name="Google Shape;423;p15"/>
            <p:cNvCxnSpPr/>
            <p:nvPr/>
          </p:nvCxnSpPr>
          <p:spPr>
            <a:xfrm>
              <a:off x="7538482" y="2197329"/>
              <a:ext cx="0" cy="439925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24" name="Google Shape;424;p15"/>
            <p:cNvCxnSpPr/>
            <p:nvPr/>
          </p:nvCxnSpPr>
          <p:spPr>
            <a:xfrm>
              <a:off x="7531392" y="3401484"/>
              <a:ext cx="0" cy="306259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425" name="Google Shape;425;p15"/>
            <p:cNvGrpSpPr/>
            <p:nvPr/>
          </p:nvGrpSpPr>
          <p:grpSpPr>
            <a:xfrm>
              <a:off x="8658559" y="4566322"/>
              <a:ext cx="2034247" cy="411584"/>
              <a:chOff x="8658559" y="4566322"/>
              <a:chExt cx="2034247" cy="411584"/>
            </a:xfrm>
          </p:grpSpPr>
          <p:cxnSp>
            <p:nvCxnSpPr>
              <p:cNvPr id="426" name="Google Shape;426;p15"/>
              <p:cNvCxnSpPr/>
              <p:nvPr/>
            </p:nvCxnSpPr>
            <p:spPr>
              <a:xfrm>
                <a:off x="8658559" y="4566322"/>
                <a:ext cx="203424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15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428" name="Google Shape;428;p15"/>
            <p:cNvGrpSpPr/>
            <p:nvPr/>
          </p:nvGrpSpPr>
          <p:grpSpPr>
            <a:xfrm flipH="1">
              <a:off x="4372254" y="4559972"/>
              <a:ext cx="2080587" cy="411584"/>
              <a:chOff x="8612219" y="4566322"/>
              <a:chExt cx="2080587" cy="411584"/>
            </a:xfrm>
          </p:grpSpPr>
          <p:cxnSp>
            <p:nvCxnSpPr>
              <p:cNvPr id="429" name="Google Shape;429;p15"/>
              <p:cNvCxnSpPr/>
              <p:nvPr/>
            </p:nvCxnSpPr>
            <p:spPr>
              <a:xfrm>
                <a:off x="8612219" y="4566322"/>
                <a:ext cx="208058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15"/>
              <p:cNvCxnSpPr/>
              <p:nvPr/>
            </p:nvCxnSpPr>
            <p:spPr>
              <a:xfrm>
                <a:off x="10680901" y="4566322"/>
                <a:ext cx="0" cy="41158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431" name="Google Shape;431;p15"/>
            <p:cNvCxnSpPr/>
            <p:nvPr/>
          </p:nvCxnSpPr>
          <p:spPr>
            <a:xfrm rot="10800000">
              <a:off x="4372254" y="5969672"/>
              <a:ext cx="6308647" cy="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" name="Google Shape;432;p15"/>
            <p:cNvCxnSpPr/>
            <p:nvPr/>
          </p:nvCxnSpPr>
          <p:spPr>
            <a:xfrm>
              <a:off x="7560908" y="5969672"/>
              <a:ext cx="0" cy="31193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33" name="Google Shape;433;p15"/>
            <p:cNvCxnSpPr/>
            <p:nvPr/>
          </p:nvCxnSpPr>
          <p:spPr>
            <a:xfrm>
              <a:off x="4384954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" name="Google Shape;434;p15"/>
            <p:cNvCxnSpPr/>
            <p:nvPr/>
          </p:nvCxnSpPr>
          <p:spPr>
            <a:xfrm>
              <a:off x="10696260" y="5742136"/>
              <a:ext cx="0" cy="227536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5" name="Google Shape;435;p15"/>
            <p:cNvSpPr/>
            <p:nvPr/>
          </p:nvSpPr>
          <p:spPr>
            <a:xfrm>
              <a:off x="6257021" y="3707743"/>
              <a:ext cx="2562922" cy="1717158"/>
            </a:xfrm>
            <a:prstGeom prst="flowChartDecision">
              <a:avLst/>
            </a:prstGeom>
            <a:solidFill>
              <a:schemeClr val="accent2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 number1 greater than number2?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"/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Input/output</a:t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Subroutine</a:t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/>
          </a:p>
        </p:txBody>
      </p:sp>
      <p:cxnSp>
        <p:nvCxnSpPr>
          <p:cNvPr id="445" name="Google Shape;445;p16"/>
          <p:cNvCxnSpPr/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6" name="Google Shape;446;p16"/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 symbols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_notes" id="448" name="Google Shape;4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"/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Input/output</a:t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Subroutine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/>
          </a:p>
        </p:txBody>
      </p:sp>
      <p:cxnSp>
        <p:nvCxnSpPr>
          <p:cNvPr id="458" name="Google Shape;458;p17"/>
          <p:cNvCxnSpPr/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9" name="Google Shape;459;p17"/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 symbols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_notes" id="461" name="Google Shape;4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"/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Input/output</a:t>
            </a: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Subroutine</a:t>
            </a:r>
            <a:endParaRPr/>
          </a:p>
        </p:txBody>
      </p:sp>
      <p:sp>
        <p:nvSpPr>
          <p:cNvPr id="470" name="Google Shape;470;p18"/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/>
          </a:p>
        </p:txBody>
      </p:sp>
      <p:cxnSp>
        <p:nvCxnSpPr>
          <p:cNvPr id="471" name="Google Shape;471;p18"/>
          <p:cNvCxnSpPr/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2" name="Google Shape;472;p18"/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 symbols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_notes" id="474" name="Google Shape;4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"/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Input/output</a:t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Subroutine</a:t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/>
          </a:p>
        </p:txBody>
      </p:sp>
      <p:cxnSp>
        <p:nvCxnSpPr>
          <p:cNvPr id="484" name="Google Shape;484;p19"/>
          <p:cNvCxnSpPr/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5" name="Google Shape;485;p19"/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 symbols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_notes" id="487" name="Google Shape;4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"/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endParaRPr/>
          </a:p>
        </p:txBody>
      </p:sp>
      <p:sp>
        <p:nvSpPr>
          <p:cNvPr id="493" name="Google Shape;493;p20"/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Input/output</a:t>
            </a: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Subroutine</a:t>
            </a:r>
            <a:endParaRPr/>
          </a:p>
        </p:txBody>
      </p:sp>
      <p:sp>
        <p:nvSpPr>
          <p:cNvPr id="496" name="Google Shape;496;p20"/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/>
          </a:p>
        </p:txBody>
      </p:sp>
      <p:cxnSp>
        <p:nvCxnSpPr>
          <p:cNvPr id="497" name="Google Shape;497;p20"/>
          <p:cNvCxnSpPr/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8" name="Google Shape;498;p20"/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 symbols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_notes" id="500" name="Google Shape;5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1"/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Input/output</a:t>
            </a:r>
            <a:endParaRPr/>
          </a:p>
        </p:txBody>
      </p:sp>
      <p:sp>
        <p:nvSpPr>
          <p:cNvPr id="507" name="Google Shape;507;p21"/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Subroutine</a:t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/>
          </a:p>
        </p:txBody>
      </p:sp>
      <p:cxnSp>
        <p:nvCxnSpPr>
          <p:cNvPr id="510" name="Google Shape;510;p21"/>
          <p:cNvCxnSpPr/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1" name="Google Shape;511;p21"/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 symbols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_notes" id="513" name="Google Shape;5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2"/>
          <p:cNvSpPr/>
          <p:nvPr/>
        </p:nvSpPr>
        <p:spPr>
          <a:xfrm>
            <a:off x="2326358" y="1322960"/>
            <a:ext cx="2593910" cy="803645"/>
          </a:xfrm>
          <a:prstGeom prst="flowChartTerminator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7476938" y="1320086"/>
            <a:ext cx="2593910" cy="895739"/>
          </a:xfrm>
          <a:prstGeom prst="flowChartInputOutpu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Input/output</a:t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2326358" y="2975775"/>
            <a:ext cx="2603240" cy="90644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521" name="Google Shape;521;p22"/>
          <p:cNvSpPr/>
          <p:nvPr/>
        </p:nvSpPr>
        <p:spPr>
          <a:xfrm>
            <a:off x="7476938" y="2975774"/>
            <a:ext cx="2593910" cy="906449"/>
          </a:xfrm>
          <a:prstGeom prst="flowChartPredefinedProcess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Subroutine</a:t>
            </a:r>
            <a:endParaRPr/>
          </a:p>
        </p:txBody>
      </p:sp>
      <p:sp>
        <p:nvSpPr>
          <p:cNvPr id="522" name="Google Shape;522;p22"/>
          <p:cNvSpPr/>
          <p:nvPr/>
        </p:nvSpPr>
        <p:spPr>
          <a:xfrm>
            <a:off x="2376421" y="4729248"/>
            <a:ext cx="2624938" cy="1357492"/>
          </a:xfrm>
          <a:prstGeom prst="flowChartDecision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/>
          </a:p>
        </p:txBody>
      </p:sp>
      <p:cxnSp>
        <p:nvCxnSpPr>
          <p:cNvPr id="523" name="Google Shape;523;p22"/>
          <p:cNvCxnSpPr/>
          <p:nvPr/>
        </p:nvCxnSpPr>
        <p:spPr>
          <a:xfrm>
            <a:off x="7476938" y="5407994"/>
            <a:ext cx="26249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4" name="Google Shape;524;p22"/>
          <p:cNvSpPr/>
          <p:nvPr/>
        </p:nvSpPr>
        <p:spPr>
          <a:xfrm>
            <a:off x="8487596" y="5004451"/>
            <a:ext cx="572593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Flowchart symbols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ke_notes" id="526" name="Google Shape;5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2019-10-14T15:21:06Z</dcterms:created>
  <dc:creator>Craig Sargent</dc:creator>
</cp:coreProperties>
</file>