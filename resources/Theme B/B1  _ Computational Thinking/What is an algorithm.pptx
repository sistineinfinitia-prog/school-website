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Century Gothic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jkgw0PN8RXSjUk0q3cv0jbGf+/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enturyGothic-regular.fntdata"/><Relationship Id="rId14" Type="http://schemas.openxmlformats.org/officeDocument/2006/relationships/slide" Target="slides/slide9.xml"/><Relationship Id="rId17" Type="http://schemas.openxmlformats.org/officeDocument/2006/relationships/font" Target="fonts/CenturyGothic-italic.fntdata"/><Relationship Id="rId16" Type="http://schemas.openxmlformats.org/officeDocument/2006/relationships/font" Target="fonts/CenturyGothic-bold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CenturyGothic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48b81a18b2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48b81a18b2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48b81a18b2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48b81a18b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48b81a18b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48b81a18b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o Title slide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/>
          <p:nvPr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txBody>
          <a:bodyPr anchorCtr="0" anchor="t" bIns="45700" lIns="91425" spcFirstLastPara="1" rIns="91425" wrap="square" tIns="18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0"/>
          <p:cNvSpPr/>
          <p:nvPr/>
        </p:nvSpPr>
        <p:spPr>
          <a:xfrm>
            <a:off x="0" y="6451184"/>
            <a:ext cx="1008887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o content slide">
  <p:cSld name="Video content slid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22" name="Google Shape;22;p11"/>
          <p:cNvGrpSpPr/>
          <p:nvPr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23" name="Google Shape;23;p11"/>
            <p:cNvSpPr/>
            <p:nvPr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11"/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txBody>
            <a:bodyPr anchorCtr="0" anchor="t" bIns="45700" lIns="0" spcFirstLastPara="1" rIns="46800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" name="Google Shape;4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8" name="Google Shape;6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600" u="none" cap="none" strike="noStrike">
                <a:solidFill>
                  <a:srgbClr val="C55A1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 Algorithm design and problem-solving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40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What is an algorithm?</a:t>
            </a:r>
            <a:endParaRPr b="0" i="0" sz="4000" u="none" cap="none" strike="noStrik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g348b81a18b2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68749" cy="6604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/>
          <p:nvPr/>
        </p:nvSpPr>
        <p:spPr>
          <a:xfrm>
            <a:off x="176565" y="523174"/>
            <a:ext cx="2927212" cy="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What is an algorithm?</a:t>
            </a:r>
            <a:endParaRPr sz="12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176565" y="993174"/>
            <a:ext cx="6877378" cy="671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People are often worried or even scared by the term </a:t>
            </a: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this is almost always because they simply don’t understand what it means.</a:t>
            </a:r>
            <a:endParaRPr/>
          </a:p>
        </p:txBody>
      </p:sp>
      <p:pic>
        <p:nvPicPr>
          <p:cNvPr descr="A drawing of a cartoon character&#10;&#10;Description automatically generated"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3917" y="754380"/>
            <a:ext cx="5736216" cy="57362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clock&#10;&#10;Description automatically generated" id="109" name="Google Shape;10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558" y="2231524"/>
            <a:ext cx="4259072" cy="4259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176565" y="523174"/>
            <a:ext cx="2927212" cy="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What is an algorithm?</a:t>
            </a:r>
            <a:endParaRPr sz="12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176565" y="993174"/>
            <a:ext cx="4324414" cy="166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nothing more than a specific sequence of steps that can be followed to complete a task.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sign&#10;&#10;Description automatically generated" id="116" name="Google Shape;1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3100" y="437449"/>
            <a:ext cx="6262335" cy="6262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/>
          <p:nvPr/>
        </p:nvSpPr>
        <p:spPr>
          <a:xfrm>
            <a:off x="176565" y="523174"/>
            <a:ext cx="2927212" cy="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What is an algorithm?</a:t>
            </a:r>
            <a:endParaRPr sz="12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6060421" y="415900"/>
            <a:ext cx="6131579" cy="5389939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/>
          <p:nvPr/>
        </p:nvSpPr>
        <p:spPr>
          <a:xfrm>
            <a:off x="176566" y="1022358"/>
            <a:ext cx="3309584" cy="5385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Making a sandwich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White or brown bread?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Spread?</a:t>
            </a:r>
            <a:endParaRPr/>
          </a:p>
          <a:p>
            <a:pPr indent="-342900" lvl="1" marL="8001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eriod"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Butter or margarine?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Sauce?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Filling</a:t>
            </a:r>
            <a:endParaRPr/>
          </a:p>
          <a:p>
            <a:pPr indent="-342900" lvl="1" marL="8001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eriod"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Lettuce?</a:t>
            </a:r>
            <a:endParaRPr/>
          </a:p>
          <a:p>
            <a:pPr indent="-342900" lvl="1" marL="8001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eriod"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Tomatoes?</a:t>
            </a:r>
            <a:endParaRPr/>
          </a:p>
          <a:p>
            <a:pPr indent="-342900" lvl="1" marL="8001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eriod"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Bacon?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computer program is an implementation of an </a:t>
            </a: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i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computer program in itself.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176565" y="993174"/>
            <a:ext cx="4324414" cy="1367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nothing more than a specific sequence of steps that can be followed to complete a task.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lock&#10;&#10;Description automatically generated" id="125" name="Google Shape;12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09028" y="2031716"/>
            <a:ext cx="2351393" cy="3989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/>
          <p:nvPr/>
        </p:nvSpPr>
        <p:spPr>
          <a:xfrm>
            <a:off x="176564" y="1057547"/>
            <a:ext cx="5033611" cy="16635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exam, you will need to be able to explain the purpose of a specific </a:t>
            </a: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might be presented as:</a:t>
            </a:r>
            <a:endParaRPr/>
          </a:p>
          <a:p>
            <a:pPr indent="-285749" lvl="0" marL="5400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flowchart</a:t>
            </a:r>
            <a:endParaRPr/>
          </a:p>
          <a:p>
            <a:pPr indent="-285749" lvl="0" marL="5400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Pseudocode</a:t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Explaining the purpose of an algorithm</a:t>
            </a:r>
            <a:endParaRPr sz="12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" name="Google Shape;133;p5"/>
          <p:cNvGrpSpPr/>
          <p:nvPr/>
        </p:nvGrpSpPr>
        <p:grpSpPr>
          <a:xfrm>
            <a:off x="0" y="5074295"/>
            <a:ext cx="6355029" cy="1591452"/>
            <a:chOff x="4636821" y="5245745"/>
            <a:chExt cx="6355029" cy="1591452"/>
          </a:xfrm>
        </p:grpSpPr>
        <p:sp>
          <p:nvSpPr>
            <p:cNvPr id="134" name="Google Shape;134;p5"/>
            <p:cNvSpPr/>
            <p:nvPr/>
          </p:nvSpPr>
          <p:spPr>
            <a:xfrm>
              <a:off x="4825532" y="5412434"/>
              <a:ext cx="6166318" cy="1255066"/>
            </a:xfrm>
            <a:prstGeom prst="roundRect">
              <a:avLst>
                <a:gd fmla="val 46766" name="adj"/>
              </a:avLst>
            </a:prstGeom>
            <a:solidFill>
              <a:srgbClr val="FBE4D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nformation with solid fill" id="135" name="Google Shape;135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36821" y="5245745"/>
              <a:ext cx="1591452" cy="15914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" name="Google Shape;136;p5"/>
            <p:cNvSpPr txBox="1"/>
            <p:nvPr/>
          </p:nvSpPr>
          <p:spPr>
            <a:xfrm>
              <a:off x="6228274" y="5565777"/>
              <a:ext cx="4452226" cy="9682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Covered in more detail in the following video:</a:t>
              </a:r>
              <a:endParaRPr/>
            </a:p>
            <a:p>
              <a:pPr indent="-285749" lvl="1" marL="54000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1" i="0" lang="en-GB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 How to produce algorithms using pseudocode and flowcharts</a:t>
              </a:r>
              <a:endParaRPr/>
            </a:p>
          </p:txBody>
        </p:sp>
      </p:grpSp>
      <p:pic>
        <p:nvPicPr>
          <p:cNvPr id="137" name="Google Shape;13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6976997" y="1733550"/>
            <a:ext cx="5125510" cy="5125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6"/>
          <p:cNvGrpSpPr/>
          <p:nvPr/>
        </p:nvGrpSpPr>
        <p:grpSpPr>
          <a:xfrm>
            <a:off x="6276977" y="1240283"/>
            <a:ext cx="5795610" cy="4055617"/>
            <a:chOff x="115335" y="1049783"/>
            <a:chExt cx="5795610" cy="3648665"/>
          </a:xfrm>
        </p:grpSpPr>
        <p:sp>
          <p:nvSpPr>
            <p:cNvPr id="144" name="Google Shape;144;p6"/>
            <p:cNvSpPr/>
            <p:nvPr/>
          </p:nvSpPr>
          <p:spPr>
            <a:xfrm>
              <a:off x="115335" y="1049783"/>
              <a:ext cx="5795610" cy="3648665"/>
            </a:xfrm>
            <a:prstGeom prst="roundRect">
              <a:avLst>
                <a:gd fmla="val 5148" name="adj"/>
              </a:avLst>
            </a:prstGeom>
            <a:solidFill>
              <a:srgbClr val="FFF2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6"/>
            <p:cNvSpPr/>
            <p:nvPr/>
          </p:nvSpPr>
          <p:spPr>
            <a:xfrm>
              <a:off x="120096" y="1049783"/>
              <a:ext cx="5790849" cy="371475"/>
            </a:xfrm>
            <a:prstGeom prst="roundRect">
              <a:avLst>
                <a:gd fmla="val 29488" name="adj"/>
              </a:avLst>
            </a:prstGeom>
            <a:solidFill>
              <a:srgbClr val="FFD9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Algorithm presented as a flowchart</a:t>
              </a:r>
              <a:endParaRPr/>
            </a:p>
          </p:txBody>
        </p:sp>
      </p:grpSp>
      <p:grpSp>
        <p:nvGrpSpPr>
          <p:cNvPr id="146" name="Google Shape;146;p6"/>
          <p:cNvGrpSpPr/>
          <p:nvPr/>
        </p:nvGrpSpPr>
        <p:grpSpPr>
          <a:xfrm>
            <a:off x="115335" y="1240283"/>
            <a:ext cx="5795610" cy="4055617"/>
            <a:chOff x="115335" y="1049783"/>
            <a:chExt cx="5795610" cy="3648665"/>
          </a:xfrm>
        </p:grpSpPr>
        <p:sp>
          <p:nvSpPr>
            <p:cNvPr id="147" name="Google Shape;147;p6"/>
            <p:cNvSpPr/>
            <p:nvPr/>
          </p:nvSpPr>
          <p:spPr>
            <a:xfrm>
              <a:off x="115335" y="1049783"/>
              <a:ext cx="5795610" cy="3648665"/>
            </a:xfrm>
            <a:prstGeom prst="roundRect">
              <a:avLst>
                <a:gd fmla="val 5148" name="adj"/>
              </a:avLst>
            </a:prstGeom>
            <a:solidFill>
              <a:srgbClr val="FFF2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6"/>
            <p:cNvSpPr/>
            <p:nvPr/>
          </p:nvSpPr>
          <p:spPr>
            <a:xfrm>
              <a:off x="120096" y="1049783"/>
              <a:ext cx="5790849" cy="371475"/>
            </a:xfrm>
            <a:prstGeom prst="roundRect">
              <a:avLst>
                <a:gd fmla="val 29488" name="adj"/>
              </a:avLst>
            </a:prstGeom>
            <a:solidFill>
              <a:srgbClr val="FFD9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Algorithm presented as pseudocode</a:t>
              </a:r>
              <a:endParaRPr/>
            </a:p>
          </p:txBody>
        </p:sp>
      </p:grpSp>
      <p:sp>
        <p:nvSpPr>
          <p:cNvPr id="149" name="Google Shape;149;p6"/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Explaining the purpose of an algorithm</a:t>
            </a:r>
            <a:endParaRPr sz="12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3131" y="1710340"/>
            <a:ext cx="4954044" cy="351521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/>
          <p:nvPr/>
        </p:nvSpPr>
        <p:spPr>
          <a:xfrm>
            <a:off x="382034" y="1696405"/>
            <a:ext cx="5262210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//Program to output the largest of the two numbers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DECLARE number1 : INTEGER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DECLARE number2 : INTEGER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INPUT number1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INPUT number2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number1 &gt; number2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THEN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OUTPUT "The largest number is ", number1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ELSE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OUTPUT "The largest number is ", number2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ENDIF</a:t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176565" y="5445503"/>
            <a:ext cx="11777310" cy="10708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pseudocode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flowchart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above both represent the same algorithm.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Implementing this algorithm as a solution will produce a computer program that asks the user to input two numbers and outputs which of the two is larger.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/>
          <p:nvPr/>
        </p:nvSpPr>
        <p:spPr>
          <a:xfrm>
            <a:off x="254906" y="1887113"/>
            <a:ext cx="10498819" cy="1554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an algorithm?</a:t>
            </a:r>
            <a:endParaRPr/>
          </a:p>
          <a:p>
            <a:pPr indent="-285750" lvl="1" marL="74295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specific sequence of steps that can be followed to complete a task.</a:t>
            </a:r>
            <a:endParaRPr/>
          </a:p>
          <a:p>
            <a:pPr indent="-285750" lvl="1" marL="74295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computer program is an implementation of an </a:t>
            </a: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indent="-285750" lvl="1" marL="74295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b="0" i="1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computer program in itself.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Algorithms</a:t>
            </a:r>
            <a:endParaRPr sz="12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ake_notes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906" y="611347"/>
            <a:ext cx="1113436" cy="1113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g348b81a18b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4300" y="587825"/>
            <a:ext cx="8491525" cy="553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2019-10-14T15:21:06Z</dcterms:created>
  <dc:creator>Craig Sargent</dc:creator>
</cp:coreProperties>
</file>