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93a8dc6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93a8dc6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917b6ecf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917b6ecf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93a8dc6f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93a8dc6f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917b6ecf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917b6ecf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917b6ecf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917b6ecf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917b6ecf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917b6ecf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917b6ecf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917b6ecf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917b6ecf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917b6ecf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917b6ecf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917b6ecf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917b6ecf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917b6ecf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917b6ecf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917b6ecf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917b6ecf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917b6ecf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000" y="43850"/>
            <a:ext cx="710684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86850" y="143375"/>
            <a:ext cx="8520600" cy="10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STARTER </a:t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642925" y="1077125"/>
            <a:ext cx="7590300" cy="3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🧠 Starter: Computational Thinking Brainstorm (5 mins)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Task:</a:t>
            </a:r>
            <a:r>
              <a:rPr lang="en" sz="1100">
                <a:solidFill>
                  <a:schemeClr val="dk1"/>
                </a:solidFill>
              </a:rPr>
              <a:t> Think about this real-life situation: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👉 </a:t>
            </a:r>
            <a:r>
              <a:rPr i="1" lang="en" sz="1100">
                <a:solidFill>
                  <a:schemeClr val="dk1"/>
                </a:solidFill>
              </a:rPr>
              <a:t>You want to design a mobile app that helps students order food from the school canteen without standing in line.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Using the </a:t>
            </a:r>
            <a:r>
              <a:rPr b="1" lang="en" sz="1100">
                <a:solidFill>
                  <a:schemeClr val="dk1"/>
                </a:solidFill>
              </a:rPr>
              <a:t>four key ideas of computational thinking</a:t>
            </a:r>
            <a:r>
              <a:rPr lang="en" sz="1100">
                <a:solidFill>
                  <a:schemeClr val="dk1"/>
                </a:solidFill>
              </a:rPr>
              <a:t>, jot down quick notes: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Abstraction</a:t>
            </a:r>
            <a:r>
              <a:rPr lang="en" sz="1100">
                <a:solidFill>
                  <a:schemeClr val="dk1"/>
                </a:solidFill>
              </a:rPr>
              <a:t> – What important details matter? (Ignore things that don’t.)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Decomposition</a:t>
            </a:r>
            <a:r>
              <a:rPr lang="en" sz="1100">
                <a:solidFill>
                  <a:schemeClr val="dk1"/>
                </a:solidFill>
              </a:rPr>
              <a:t> – What smaller tasks or parts make up the whole system?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Pattern Recognition</a:t>
            </a:r>
            <a:r>
              <a:rPr lang="en" sz="1100">
                <a:solidFill>
                  <a:schemeClr val="dk1"/>
                </a:solidFill>
              </a:rPr>
              <a:t> – What similarities can you find with other apps (like food delivery apps, or online shopping)?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Algorithmic Design</a:t>
            </a:r>
            <a:r>
              <a:rPr lang="en" sz="1100">
                <a:solidFill>
                  <a:schemeClr val="dk1"/>
                </a:solidFill>
              </a:rPr>
              <a:t> – What would be the step-by-step process a student follows to order food?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784875" y="617900"/>
            <a:ext cx="70728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Constructing a Problem Specification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problem specification includes: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Problem Statement</a:t>
            </a:r>
            <a:r>
              <a:rPr lang="en" sz="1500">
                <a:solidFill>
                  <a:schemeClr val="dk1"/>
                </a:solidFill>
              </a:rPr>
              <a:t> – Clearly define the problem.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Constraints &amp; Limitations</a:t>
            </a:r>
            <a:r>
              <a:rPr lang="en" sz="1500">
                <a:solidFill>
                  <a:schemeClr val="dk1"/>
                </a:solidFill>
              </a:rPr>
              <a:t> – Identify boundaries and restrictions.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Objectives &amp; Goals</a:t>
            </a:r>
            <a:r>
              <a:rPr lang="en" sz="1500">
                <a:solidFill>
                  <a:schemeClr val="dk1"/>
                </a:solidFill>
              </a:rPr>
              <a:t> – State what needs to be achieved.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Input Specifications</a:t>
            </a:r>
            <a:r>
              <a:rPr lang="en" sz="1500">
                <a:solidFill>
                  <a:schemeClr val="dk1"/>
                </a:solidFill>
              </a:rPr>
              <a:t> – What goes into the system.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Output Specifications</a:t>
            </a:r>
            <a:r>
              <a:rPr lang="en" sz="1500">
                <a:solidFill>
                  <a:schemeClr val="dk1"/>
                </a:solidFill>
              </a:rPr>
              <a:t> – What comes out of the system.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Evaluation Criteria</a:t>
            </a:r>
            <a:r>
              <a:rPr lang="en" sz="1500">
                <a:solidFill>
                  <a:schemeClr val="dk1"/>
                </a:solidFill>
              </a:rPr>
              <a:t> – How success will be measured.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/>
        </p:nvSpPr>
        <p:spPr>
          <a:xfrm>
            <a:off x="835000" y="617900"/>
            <a:ext cx="7707300" cy="3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The Problem Statement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Must be </a:t>
            </a:r>
            <a:r>
              <a:rPr b="1" lang="en" sz="1600">
                <a:solidFill>
                  <a:schemeClr val="dk1"/>
                </a:solidFill>
              </a:rPr>
              <a:t>clear, concise, and specific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Focus on the </a:t>
            </a:r>
            <a:r>
              <a:rPr b="1" lang="en" sz="1600">
                <a:solidFill>
                  <a:schemeClr val="dk1"/>
                </a:solidFill>
              </a:rPr>
              <a:t>“what”</a:t>
            </a:r>
            <a:r>
              <a:rPr lang="en" sz="1600">
                <a:solidFill>
                  <a:schemeClr val="dk1"/>
                </a:solidFill>
              </a:rPr>
              <a:t> and </a:t>
            </a:r>
            <a:r>
              <a:rPr b="1" lang="en" sz="1600">
                <a:solidFill>
                  <a:schemeClr val="dk1"/>
                </a:solidFill>
              </a:rPr>
              <a:t>“why”</a:t>
            </a:r>
            <a:r>
              <a:rPr lang="en" sz="1600">
                <a:solidFill>
                  <a:schemeClr val="dk1"/>
                </a:solidFill>
              </a:rPr>
              <a:t> of the problem.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Avoid ambiguity.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come from a client or be self-identified (e.g., for IA).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Defines the foundation before moving to solutions.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19074"/>
            <a:ext cx="8066649" cy="389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627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861590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971" y="2962721"/>
            <a:ext cx="4965150" cy="179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590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31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126216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8616" y="1379825"/>
            <a:ext cx="3560583" cy="2128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115175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/>
        </p:nvSpPr>
        <p:spPr>
          <a:xfrm>
            <a:off x="500950" y="283925"/>
            <a:ext cx="615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we apply a computational solution to a real-world problem? [6 marks]</a:t>
            </a:r>
            <a:endParaRPr/>
          </a:p>
        </p:txBody>
      </p:sp>
      <p:sp>
        <p:nvSpPr>
          <p:cNvPr id="113" name="Google Shape;113;p24"/>
          <p:cNvSpPr txBox="1"/>
          <p:nvPr/>
        </p:nvSpPr>
        <p:spPr>
          <a:xfrm>
            <a:off x="576300" y="1233500"/>
            <a:ext cx="79914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Exam-style questions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Describe what a problem statement is and why it is critical in the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specification process. [2 marks]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Explain the difference between a poor and a strong problem statement,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giving examples of each. [4 marks]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a. Define the role of constraints and limitations in a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specification. [1 mark]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b. Outline an example </a:t>
            </a:r>
            <a:r>
              <a:rPr lang="en"/>
              <a:t>of a</a:t>
            </a:r>
            <a:r>
              <a:rPr lang="en"/>
              <a:t> well-defined constraint. [2 marks]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a.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i. high-level objectives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ii. specific goals. [2 marks]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b. Compare high-level objectives and specific goals in the context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 problem-solving. [3 marks]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</a:t>
            </a:r>
            <a:r>
              <a:rPr lang="en"/>
              <a:t>Discuss The</a:t>
            </a:r>
            <a:r>
              <a:rPr lang="en"/>
              <a:t> role of input and output specifications in ensuring the effectiveness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ofa computational solution. [3 marks]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/>
        </p:nvSpPr>
        <p:spPr>
          <a:xfrm>
            <a:off x="885100" y="626250"/>
            <a:ext cx="66969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7. a. Describe the process of decomposition in computational thinking. [2 marks]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b. Explain how decomposition can be applied to solve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real-life problem. [2 marks]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8. a. Describe the concept of pattern recognition. [2 marks]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b. Explain the importance of pattern recognition in computational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thinking, using a relevant example. [2 marks]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9. a. Describe how abstraction simplifies problem-solving 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computational thinking. [2 marks]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b. Explain how abstraction can be applied to solve 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real-life problem. [2 marks]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10. Describe the process of algorithmic design, including the steps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typically followed in creating an algorithm. [4 marks]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11. Explain how the four fundamental concepts of computational thinking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(abstraction, algorithmic design, decomposition and pattern recognition)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work together to solve problems in computer science. [4 marks]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