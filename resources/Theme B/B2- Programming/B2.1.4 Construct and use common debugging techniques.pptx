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plwousegfgzsdiuvkxlr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plwousegfgzsdiuvkxlr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xhiyucqnxsrvjustcdc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xhiyucqnxsrvjustcdc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https://www.freepik.com/premium-photo/back-view-young-asian-man-sitting-desk-using-computer-programming-debugging-improving-binary-algorithm-code-workstation-by-focusing-monitor-blurring-people_37426837.htm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hmdvirghvfdfcrshuam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hmdvirghvfdfcrshuam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https://www.freepik.com/premium-vector/programmer-characters-catch-bugs-debugging-process-programming-coding-create-app-application-development-testing-antivirus-software-websites-building-cartoon-people-vector-illustration_17020723.htm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_jrfvkmddnwjhvtssyjg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_jrfvkmddnwjhvtssyjg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8af1610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8af1610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mfwxiopxaaoejrpemrq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mfwxiopxaaoejrpemrq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b5ffc76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b5ffc7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b97e7e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b97e7e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b97e7e9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b97e7e9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b97e7e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b97e7e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_dawslmauvarzfkaiclo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_dawslmauvarzfkaiclo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https://www.mdpi.com/2072-4292/7/4/4268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_orptnskhgvkbaucjitc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_orptnskhgvkbaucjitc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slide_jyztbnmfffdapfvgruq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slide_jyztbnmfffdapfvgruq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slide_ezctysmvhdagefigkdo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slide_ezctysmvhdagefigkdo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https://www.ti.com/tool/CCSTUDIO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slide_uckgpxlhxetyosiikyd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slide_uckgpxlhxetyosiikyd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slide_uqupmfurqxrsefquorp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slide_uqupmfurqxrsefquorp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https://www.dreamstime.com/photos-images/people-problem.html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ab5ffc76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ab5ffc76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presentation/d/1bw8fwAyV7ILEmk-9NypgNwPZN5v1yiBk/edit?usp=sharing&amp;ouid=117511205681403528840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presentation/d/1odgENOm8V1BpEgeMFM_EE0Akiz3WwHNmXGo8slUQsds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B2.1.4 Construct and use common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5200">
                <a:solidFill>
                  <a:schemeClr val="dk1"/>
                </a:solidFill>
              </a:rPr>
              <a:t>debugging techniques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974875" y="218500"/>
            <a:ext cx="6527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Welcome to Debugging Techniques</a:t>
            </a:r>
            <a:endParaRPr sz="2400"/>
          </a:p>
        </p:txBody>
      </p:sp>
      <p:sp>
        <p:nvSpPr>
          <p:cNvPr id="60" name="Google Shape;60;p14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Starter :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Turn to your partner and share one time you had to solve a problem step by step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Today you will learn essential debugging techniques to find and fix errors in your code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Learning Target: You will construct and use trace tables to debug programs effectively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Think about: What happens when your code doesn't work as expected?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077816"/>
            <a:ext cx="3657601" cy="2302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621575" y="335125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is Debugging?</a:t>
            </a:r>
            <a:endParaRPr sz="2500"/>
          </a:p>
        </p:txBody>
      </p:sp>
      <p:sp>
        <p:nvSpPr>
          <p:cNvPr id="67" name="Google Shape;67;p15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Debugging is the process of finding and fixing errors (bugs) in your code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Think-Pair-Share: Discuss with your partner what types of errors you've encountered in programming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Common error types: syntax errors, logic errors, runtime errors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Debugging helps ensure your program works correctly before testing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Essential skill for all programmers regardless of experience level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56694"/>
            <a:ext cx="3657601" cy="2144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Introduction to Trace Tables</a:t>
            </a:r>
            <a:endParaRPr sz="2500"/>
          </a:p>
        </p:txBody>
      </p:sp>
      <p:sp>
        <p:nvSpPr>
          <p:cNvPr id="74" name="Google Shape;74;p16"/>
          <p:cNvSpPr txBox="1"/>
          <p:nvPr/>
        </p:nvSpPr>
        <p:spPr>
          <a:xfrm>
            <a:off x="269875" y="1143000"/>
            <a:ext cx="8382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Trace tables track variable values as your program executes line by line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They help you visualize what happens to data during program execution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Compass Points Activity: Move to corners based on your experience level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North: Expert (used trace tables before)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South: Beginner (never used them)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East: Intermediate (heard of them)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West: Curious (want to learn more)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94461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Basic Trace Table Structure</a:t>
            </a:r>
            <a:endParaRPr sz="2500"/>
          </a:p>
        </p:txBody>
      </p:sp>
      <p:sp>
        <p:nvSpPr>
          <p:cNvPr id="85" name="Google Shape;85;p18"/>
          <p:cNvSpPr txBox="1"/>
          <p:nvPr/>
        </p:nvSpPr>
        <p:spPr>
          <a:xfrm>
            <a:off x="269875" y="1143000"/>
            <a:ext cx="8429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Create columns for each variable in your program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Add rows for each step of execution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Record initial values and changes as the program runs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Include line numbers or step numbers for reference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Back-to-Back, Face-to-Face: Partner A explains the structure, Partner B adds missing details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3058575" y="1148700"/>
            <a:ext cx="22044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Trace table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003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75" y="887175"/>
            <a:ext cx="8839198" cy="3944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25" y="152400"/>
            <a:ext cx="723962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904875" y="-38100"/>
            <a:ext cx="5862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Worked Example: Counting Warm Days</a:t>
            </a:r>
            <a:endParaRPr sz="2500"/>
          </a:p>
        </p:txBody>
      </p:sp>
      <p:sp>
        <p:nvSpPr>
          <p:cNvPr id="111" name="Google Shape;111;p23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Algorithm: Count days over 20°C from temperature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Variables needed: temperature, count, day_number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Step through the algorithm together as a class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Watch how variables change with each iteration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Reflection Question: How does tracking variables help identify errors?</a:t>
            </a:r>
            <a:endParaRPr/>
          </a:p>
        </p:txBody>
      </p:sp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586588"/>
            <a:ext cx="3657600" cy="328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Beginner Level: Simple Trace Table</a:t>
            </a:r>
            <a:endParaRPr sz="2500"/>
          </a:p>
        </p:txBody>
      </p:sp>
      <p:sp>
        <p:nvSpPr>
          <p:cNvPr id="118" name="Google Shape;118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Start with basic counting algorithm (3-4 variables maximum)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Use clear, simple data sets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Focus on understanding variable changes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Practice Activity: Complete a partially filled trace table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Learning Target Check-in: Can you identify when variables change?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Intermediate Level: Complex Logic</a:t>
            </a:r>
            <a:endParaRPr sz="2400"/>
          </a:p>
        </p:txBody>
      </p:sp>
      <p:sp>
        <p:nvSpPr>
          <p:cNvPr id="124" name="Google Shape;124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 conditional statements and loops to trace tables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Include nested structures and multiple conditions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Track boolean variables and decision points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Challenge: Create your own trace table for a given algorithm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Think-Pair-Share: Compare your trace table with a partner's approach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/>
        </p:nvSpPr>
        <p:spPr>
          <a:xfrm>
            <a:off x="1530675" y="-38100"/>
            <a:ext cx="6956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Advanced Level: Optimization and Efficiency</a:t>
            </a:r>
            <a:endParaRPr sz="2400"/>
          </a:p>
        </p:txBody>
      </p:sp>
      <p:sp>
        <p:nvSpPr>
          <p:cNvPr id="130" name="Google Shape;130;p26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Use trace tables to identify inefficient code patterns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Analyze algorithm complexity through variable tracking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Debug recursive functions and complex data structures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Extension Task: Modify the algorithm and predict the trace table changes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Appreciations: Recognize creative debugging approaches from peers</a:t>
            </a:r>
            <a:endParaRPr/>
          </a:p>
        </p:txBody>
      </p:sp>
      <p:pic>
        <p:nvPicPr>
          <p:cNvPr id="131" name="Google Shape;1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04722"/>
            <a:ext cx="3657600" cy="204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Other Essential Debugging Techniques</a:t>
            </a:r>
            <a:endParaRPr sz="2400"/>
          </a:p>
        </p:txBody>
      </p:sp>
      <p:sp>
        <p:nvSpPr>
          <p:cNvPr id="137" name="Google Shape;137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Print statements: Output variable values at key points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Breakpoints: Pause execution to examine program state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Step-through debugging: Execute code line by line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Code review: Have others examine your code for errors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Compass Points: Which technique appeals to you most and why?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Putting It All Together</a:t>
            </a:r>
            <a:endParaRPr sz="2500"/>
          </a:p>
        </p:txBody>
      </p:sp>
      <p:sp>
        <p:nvSpPr>
          <p:cNvPr id="143" name="Google Shape;143;p28"/>
          <p:cNvSpPr txBox="1"/>
          <p:nvPr/>
        </p:nvSpPr>
        <p:spPr>
          <a:xfrm>
            <a:off x="317500" y="1143000"/>
            <a:ext cx="4560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Closing Circle: Share one debugging technique you'll use in your next project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Exit Ticket: Rate your confidence with trace tables (1-5) and explain your reasoning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Remember: Debugging is a skill that improves with practice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Next steps: Apply these techniques to your internal assessment projects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Celebration: You now have powerful tools to solve programming problems!</a:t>
            </a:r>
            <a:endParaRPr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264158"/>
            <a:ext cx="3657600" cy="1929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2312125" y="1102050"/>
            <a:ext cx="53769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Practice Trace table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