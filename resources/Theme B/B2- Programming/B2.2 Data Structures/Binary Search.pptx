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e63c387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0e63c387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0e63c387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0e63c387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0e63c387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0e63c387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0e63c387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0e63c387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0e63c387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0e63c387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0e63c387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0e63c387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0e63c387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0e63c387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0e63c387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0e63c387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Each time Binary Search checks a new value to see if it is the target value, the search area is halved.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This means that even in the worst case scenario where Binary Search cannot find the target value, it still only needs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log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127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2</a:t>
            </a:r>
            <a:endParaRPr sz="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n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comparisons to look through a sorted array of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n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values.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Time complexity for Binary Search is: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O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log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127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2</a:t>
            </a:r>
            <a:endParaRPr sz="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n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Binary Search 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Binary Search algorithm searches through a sorted array and returns the index of the value it searches for.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625" y="2478322"/>
            <a:ext cx="3396675" cy="25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  <a:highlight>
                  <a:srgbClr val="D9EEE1"/>
                </a:highlight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4400"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the value in the center of the array.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target value is lower, search the left half of the array. If the target value is higher, search the right half.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 step 1 and 2 for the new reduced part of the array until the target value is found or until the search area is empty.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value is found, return the target value index. If the target value is not found, return -1.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Manual Run Through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749250" y="1381950"/>
            <a:ext cx="7697700" cy="3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Let's try to do the searching manually, just to get an even better understanding of how Binary Search works before actually implementing it in a Python program. We will search for value 11.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 1: We start with an array.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1143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[ 2, 3, 7, 7, 11, 15, 25]</a:t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 2: The value in the middle of the array at index 3, is it equal to 11?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1143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[ 2, 3, 7,</a:t>
            </a:r>
            <a:r>
              <a:rPr lang="en" sz="1150">
                <a:solidFill>
                  <a:srgbClr val="000000"/>
                </a:solidFill>
                <a:highlight>
                  <a:srgbClr val="FCFC71"/>
                </a:highlight>
                <a:latin typeface="Courier New"/>
                <a:ea typeface="Courier New"/>
                <a:cs typeface="Courier New"/>
                <a:sym typeface="Courier New"/>
              </a:rPr>
              <a:t> 7</a:t>
            </a: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11, 15, 25]</a:t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690925" y="647175"/>
            <a:ext cx="7633800" cy="3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 3: 7 is less than 11, so we must search for 11 to the right of index 3. The values to the right of index 3 are [ 11, 15, 25]. The next value to check is the middle value 15, at index 5.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1143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[ 2, 3, 7, 7, 11,</a:t>
            </a:r>
            <a:r>
              <a:rPr lang="en" sz="1150">
                <a:solidFill>
                  <a:srgbClr val="000000"/>
                </a:solidFill>
                <a:highlight>
                  <a:srgbClr val="FCFC71"/>
                </a:highlight>
                <a:latin typeface="Courier New"/>
                <a:ea typeface="Courier New"/>
                <a:cs typeface="Courier New"/>
                <a:sym typeface="Courier New"/>
              </a:rPr>
              <a:t> 15</a:t>
            </a: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25]</a:t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 4: 15 is higher than 11, so we must search to the left of index 5. We have already checked index 0-3, so index 4 is only value left to check.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1143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[ 2, 3, 7, 7,</a:t>
            </a:r>
            <a:r>
              <a:rPr lang="en" sz="1150">
                <a:solidFill>
                  <a:srgbClr val="000000"/>
                </a:solidFill>
                <a:highlight>
                  <a:srgbClr val="FCFC71"/>
                </a:highlight>
                <a:latin typeface="Courier New"/>
                <a:ea typeface="Courier New"/>
                <a:cs typeface="Courier New"/>
                <a:sym typeface="Courier New"/>
              </a:rPr>
              <a:t> 11</a:t>
            </a:r>
            <a:r>
              <a:rPr lang="en" sz="11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15, 25]</a:t>
            </a:r>
            <a:endParaRPr sz="11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have found it!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Value 11 is found at index 4.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Returning index position 4.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Binary Search is finished.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Run the simulation below to see the steps above animated: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788" y="1895475"/>
            <a:ext cx="492442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484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Implementing Binary Search in Python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644275" y="1381950"/>
            <a:ext cx="76806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implement the Binary Search algorithm we need: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array with values to search through.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target value to search for.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loop that runs as long as left index is less than, or equal to, the right index.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if-statement that compares the middle value with the target value, and returns the index if the target value is found.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if-statement that checks if the target value is less than, or larger than, the middle value, and updates the "left" or "right" variables to narrow down the search area.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After the loop, return -1, because at this point we know the target value has not been found.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Sheet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819150" y="344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Binary Search Time Complexity</a:t>
            </a:r>
            <a:endParaRPr sz="2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800" y="1357775"/>
            <a:ext cx="5981750" cy="303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