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7eb92d9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7eb92d9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7eb92d97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7eb92d97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7eb92d97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7eb92d97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7eb92d97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7eb92d97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7eb92d97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7eb92d97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7eb92d97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7eb92d97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7eb92d97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7eb92d97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7eb92d97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7eb92d97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7eb92d97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7eb92d97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7eb92d97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7eb92d97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7eb92d97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7eb92d97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7eb92d97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7eb92d97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7eb92d97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7eb92d97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7eb92d97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7eb92d97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7eb92d97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7eb92d97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7eb92d97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7eb92d97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7eb92d97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7eb92d97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7eb92d97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7eb92d97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7eb92d97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7eb92d97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7eb92d97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7eb92d97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7eb92d97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7eb92d97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7eb92d97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7eb92d97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7eb92d97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7eb92d97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7eb92d97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7eb92d97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7eb92d97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7eb92d97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7eb92d97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7eb92d97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7eb92d97c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7eb92d97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7eb92d97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7eb92d97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7eb92d97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7eb92d97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7eb92d97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7eb92d97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58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Starter 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what are lists in programming language with examples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Explain the purpose of using list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8925"/>
            <a:ext cx="8839199" cy="4217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0" l="1874" r="0" t="0"/>
          <a:stretch/>
        </p:blipFill>
        <p:spPr>
          <a:xfrm>
            <a:off x="61100" y="390575"/>
            <a:ext cx="8673900" cy="407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6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7175"/>
            <a:ext cx="8839200" cy="411796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/>
        </p:nvSpPr>
        <p:spPr>
          <a:xfrm>
            <a:off x="2382050" y="308925"/>
            <a:ext cx="2880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1D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063"/>
            <a:ext cx="8839202" cy="411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95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342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920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3960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791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7691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37475" cy="14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6700"/>
            <a:ext cx="7653076" cy="377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3274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88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80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13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3700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751975" cy="12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7825"/>
            <a:ext cx="7195809" cy="341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273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7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0702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61925"/>
            <a:ext cx="8839197" cy="3355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27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536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95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3697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54100" cy="119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2825"/>
            <a:ext cx="8663315" cy="34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3524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8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