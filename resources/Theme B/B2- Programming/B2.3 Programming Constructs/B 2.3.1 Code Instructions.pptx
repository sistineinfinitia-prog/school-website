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d7f1e7e8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4d7f1e7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d7f1e7e8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b4d7f1e7e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4d7f1e7e8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4d7f1e7e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4d7f1e7e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4d7f1e7e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d7f1e7e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d7f1e7e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d7f1e7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d7f1e7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4d7f1e7e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4d7f1e7e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d7f1e7e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d7f1e7e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4d7f1e7e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4d7f1e7e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4d7f1e7e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4d7f1e7e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d7f1e7e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d7f1e7e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4d7f1e7e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4d7f1e7e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d7f1e7e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4d7f1e7e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document/d/1LOLDZ9K7lEe71hLsZPERxwPNj4k1aBJYaV8-jS64RuQ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0075" y="203425"/>
            <a:ext cx="8631000" cy="110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14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 </a:t>
            </a:r>
            <a:r>
              <a:rPr b="1" lang="en" sz="1800"/>
              <a:t>B.2- Programming Constructs 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" sz="1800"/>
              <a:t>B.2.3.1 - Code Instructions </a:t>
            </a:r>
            <a:endParaRPr b="1" sz="1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90075" y="2548938"/>
            <a:ext cx="4875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concepts:  Systems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90075" y="3380213"/>
            <a:ext cx="4875000" cy="64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/>
              <a:t>      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 concepts:  logic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90081" y="4241175"/>
            <a:ext cx="8499000" cy="69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 Link :To what extent is "logical truth" dependent on the order of operations?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023" y="2663789"/>
            <a:ext cx="387250" cy="38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50" y="3388200"/>
            <a:ext cx="640200" cy="6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290075" y="1486075"/>
            <a:ext cx="8631000" cy="762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143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Statement of Inquiry:The logical sequence of instructions within a system is essential for ensuring accurate and predictable outcomes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irates International School, Meadows (Fees &amp; Reviews ..." id="61" name="Google Shape;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652" y="321797"/>
            <a:ext cx="863414" cy="8634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5425005" y="2548932"/>
            <a:ext cx="33639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ATL Skill: Thinking , Res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earch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5425004" y="3411232"/>
            <a:ext cx="3429000" cy="610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 Learner Profile: Risk Takers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251275" y="1010200"/>
            <a:ext cx="8019900" cy="3022500"/>
          </a:xfrm>
          <a:prstGeom prst="rect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one starter question </a:t>
            </a:r>
            <a:r>
              <a:rPr b="0" i="0" lang="en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your level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discuss in your table </a:t>
            </a:r>
            <a:r>
              <a:rPr b="0" i="0" lang="e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7200" y="22900"/>
            <a:ext cx="91068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1525" y="0"/>
            <a:ext cx="8034600" cy="81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Do Now Activity</a:t>
            </a:r>
            <a:endParaRPr b="1" i="0" sz="33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386400" y="459412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6400" y="14713"/>
            <a:ext cx="731725" cy="100368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802" y="2603592"/>
            <a:ext cx="778900" cy="1276347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5">
            <a:alphaModFix/>
          </a:blip>
          <a:srcRect b="6153" l="6581" r="4482" t="11038"/>
          <a:stretch/>
        </p:blipFill>
        <p:spPr>
          <a:xfrm>
            <a:off x="6725375" y="24013"/>
            <a:ext cx="731725" cy="7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812" y="3911787"/>
            <a:ext cx="778892" cy="12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6650" y="1061188"/>
            <a:ext cx="871200" cy="14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932" y="132502"/>
            <a:ext cx="702463" cy="5497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251275" y="4047250"/>
            <a:ext cx="38433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Intentions: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To understand the concept of sequencing and how the specific order of instructions affects the outcome of a program.</a:t>
            </a:r>
            <a:endParaRPr b="1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248100" y="4047250"/>
            <a:ext cx="3754500" cy="1096200"/>
          </a:xfrm>
          <a:prstGeom prst="rect">
            <a:avLst/>
          </a:prstGeom>
          <a:solidFill>
            <a:srgbClr val="EFEFEF"/>
          </a:solidFill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 Criteria: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Students will be able to explain the importance of correct instruction order in programming.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Students will be able to identify and avoid common programming errors like infinite loops and deadlocks (where applicable).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" sz="800" u="none" cap="none" strike="noStrike">
                <a:solidFill>
                  <a:schemeClr val="dk1"/>
                </a:solidFill>
              </a:rPr>
              <a:t>Students will be able to analyze code segments to predict output and identify potential issues.</a:t>
            </a:r>
            <a:endParaRPr i="0" sz="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650" y="1609400"/>
            <a:ext cx="7181149" cy="220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06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25" y="421675"/>
            <a:ext cx="8839199" cy="306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25" y="1319325"/>
            <a:ext cx="8839202" cy="90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0243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412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75" y="1265475"/>
            <a:ext cx="85344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65825"/>
            <a:ext cx="8839199" cy="87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6521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8625"/>
            <a:ext cx="8839199" cy="3417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75" y="493525"/>
            <a:ext cx="8839202" cy="33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3900"/>
            <a:ext cx="8839201" cy="838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/>
        </p:nvSpPr>
        <p:spPr>
          <a:xfrm>
            <a:off x="2073550" y="1759400"/>
            <a:ext cx="546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https://docs.google.com/document/d/1LOLDZ9K7lEe71hLsZPERxwPNj4k1aBJYaV8-jS64RuQ/edit?usp=sharing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