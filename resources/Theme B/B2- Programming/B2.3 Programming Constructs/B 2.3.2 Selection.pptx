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4d7f1e7e8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b4d7f1e7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4d7f1e7e8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b4d7f1e7e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4d7f1e7e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4d7f1e7e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4d7f1e7e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4d7f1e7e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4d7f1e7e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4d7f1e7e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d7f1e7e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d7f1e7e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4d7f1e7e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4d7f1e7e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4d7f1e7e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4d7f1e7e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4d7f1e7e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4d7f1e7e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d7f1e7e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d7f1e7e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4d7f1e7e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4d7f1e7e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4d7f1e7e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4d7f1e7e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4d7f1e7e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4d7f1e7e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4d8cad81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4d8cad81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document/d/1JoW684LCL6x9Q5GPlQg9Rqh9jncOmxW_BbIbY-StWsw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90075" y="203425"/>
            <a:ext cx="8631000" cy="110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14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 </a:t>
            </a:r>
            <a:r>
              <a:rPr b="1" lang="en" sz="1800"/>
              <a:t>B.2- Programming Constructs </a:t>
            </a:r>
            <a:endParaRPr b="1" sz="1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" sz="1800"/>
              <a:t>B 2.3.2 Selection</a:t>
            </a:r>
            <a:endParaRPr b="1" sz="1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90075" y="2548938"/>
            <a:ext cx="48750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93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concepts: logic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90075" y="3380213"/>
            <a:ext cx="4875000" cy="64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/>
              <a:t>     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Related concepts: Patterns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90081" y="4241175"/>
            <a:ext cx="8499000" cy="69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 Link :</a:t>
            </a:r>
            <a:r>
              <a:rPr b="1" lang="en" sz="1100">
                <a:solidFill>
                  <a:schemeClr val="dk1"/>
                </a:solidFill>
              </a:rPr>
              <a:t>Knowledge &amp; Algorithms:</a:t>
            </a:r>
            <a:r>
              <a:rPr lang="en" sz="1100">
                <a:solidFill>
                  <a:schemeClr val="dk1"/>
                </a:solidFill>
              </a:rPr>
              <a:t> To what extent can we trust a "result" if the "process" (the sequence) is hidden from us?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023" y="2663789"/>
            <a:ext cx="387250" cy="38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550" y="3388200"/>
            <a:ext cx="640200" cy="6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290075" y="1486075"/>
            <a:ext cx="8631000" cy="7620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43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Statement of Inquiry:The logical sequence and structure of a system determine its ability to make accurate decisions and solve complex problems.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irates International School, Meadows (Fees &amp; Reviews ..." id="61" name="Google Shape;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652" y="321797"/>
            <a:ext cx="863414" cy="86341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5425005" y="2548932"/>
            <a:ext cx="33639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ATL Skill: Thinking , Res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earch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5425004" y="3411232"/>
            <a:ext cx="34290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 Learner Profile: Risk Takers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251275" y="1010200"/>
            <a:ext cx="8019900" cy="3022500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one starter question </a:t>
            </a:r>
            <a:r>
              <a:rPr b="0" i="0" lang="en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 to your level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discuss in your table </a:t>
            </a:r>
            <a:r>
              <a:rPr b="0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7200" y="22900"/>
            <a:ext cx="9106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71525" y="0"/>
            <a:ext cx="8034600" cy="81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Do Now Activity</a:t>
            </a:r>
            <a:endParaRPr b="1" i="0" sz="33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386400" y="459412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6400" y="14713"/>
            <a:ext cx="731725" cy="100368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2802" y="2603592"/>
            <a:ext cx="778900" cy="1276347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5">
            <a:alphaModFix/>
          </a:blip>
          <a:srcRect b="6153" l="6581" r="4482" t="11038"/>
          <a:stretch/>
        </p:blipFill>
        <p:spPr>
          <a:xfrm>
            <a:off x="6725375" y="24013"/>
            <a:ext cx="731725" cy="7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812" y="3911787"/>
            <a:ext cx="778892" cy="12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16650" y="1061188"/>
            <a:ext cx="871200" cy="14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932" y="132502"/>
            <a:ext cx="702463" cy="54979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251275" y="4047250"/>
            <a:ext cx="38433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Intentions: To evaluate how the specific order of instructions affects the final output of a program.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248100" y="4047250"/>
            <a:ext cx="37545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Students will be able to explain the purpose and use of selection structures (if, else, else if/elif).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Students will be able to apply Boolean and relational operators to control program flow.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Students will be able to differentiate between if-else and multiple if statements.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Students will be able to implement selection structures within loops and nested loops.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5563" y="1715497"/>
            <a:ext cx="6086525" cy="19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037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059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499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559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261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507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334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6734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38553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6722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3718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/>
        </p:nvSpPr>
        <p:spPr>
          <a:xfrm>
            <a:off x="2082525" y="1705525"/>
            <a:ext cx="497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https://docs.google.com/document/d/1JoW684LCL6x9Q5GPlQg9Rqh9jncOmxW_BbIbY-StWsw/edit?usp=sharing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3088400" y="755000"/>
            <a:ext cx="49734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Activities Worksheet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