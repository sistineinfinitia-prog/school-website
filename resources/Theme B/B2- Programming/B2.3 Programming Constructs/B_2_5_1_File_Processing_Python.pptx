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0"/>
            <a:ext cx="2286000" cy="3657600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0" y="73152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693408" y="960120"/>
            <a:ext cx="20848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"data.txt", "r"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file: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print(content)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 2.5.1 – Construct code for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file-processing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4564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Reading · Writing · Appending · Error Handling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8FF"/>
                </a:solidFill>
              </a:rPr>
              <a:t>Computer Science · IB / A-Level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 2.5.1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64008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941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2801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programs use files for persistent data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0312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514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read, write, and append modes using open()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375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37560"/>
            <a:ext cx="64008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410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read(), readline(), and readlines()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68680"/>
            <a:ext cx="64008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941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Append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12801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text files using write()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031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with statement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25146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safe, automatic file handling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37560"/>
            <a:ext cx="64008" cy="10058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410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37490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try-except blocks for file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 Starter Activity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16459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64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mins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– Pair – Share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Q1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" y="184708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data stored when a variable is created in Python?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" y="3108960"/>
            <a:ext cx="248716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321868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Think about what happens when the program closes…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7160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Q2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184708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name any real-world programs that save data?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10128" y="3108960"/>
            <a:ext cx="248716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321868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Games, apps, websites — where does your progress go?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37160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Q3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90488" y="184708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file types have you seen on a computer? (e.g. .mp3, .docx)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0488" y="3108960"/>
            <a:ext cx="248716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190488" y="321868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💡 What do you think is inside a .txt file?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850392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After 3 minutes — share your answers with the class. What do you already know about files?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Do Programs Use Files?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vs Files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41148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Stored in RAM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Stored on disk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Lost when program ends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Persist between sessions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Small amounts of data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Large datasets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 access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Slower but permanent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298448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28032" y="129844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21808" y="1335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Game saves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21808" y="1600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Store player progress, high scores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956816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28032" y="195681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21808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Config files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21808" y="22585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 settings, preferences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61518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28032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2180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 processing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21808" y="2916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CSV files, logs, reports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273552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28032" y="32735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321808" y="3310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Logging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21808" y="35753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Record errors and events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4069080"/>
            <a:ext cx="85039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2920" y="4069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Files allow data to persist — they survive after the program has closed.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Opening Files — The open() Function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 filename, mode 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533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Opens file for reading.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File must already exist.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Default mode.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69748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533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Write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Opens file for writing.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Creates new file 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overwrites existing file.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97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2697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3533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Append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Opens file for appending.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Adds to end of file.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Does NOT delete content.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850392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49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13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x: 0.35  y: 4.1  Python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Read mode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# Write mode — overwrites!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Append mode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Reading from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54864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41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file.read()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0" y="8412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Returns entire file as one string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07592"/>
            <a:ext cx="8503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0759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44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file: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0" y="13441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Iterates line by line — memory efficient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10512"/>
            <a:ext cx="8503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10512"/>
            <a:ext cx="54864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847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file.readlines()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0" y="18470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Returns a list where each element is a 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54864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414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Methods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8321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"r")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 — read entire file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print(content)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 — line by line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print(line.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# Remove \n newline characters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Always close the file!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Writing &amp; Appending to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✏️  Write Mode  ("w")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16736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"w")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("Hello, world!\n")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 new line.\n")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41148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07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</a:rPr>
              <a:t>⚠️  Warning: 'w' mode deletes existing file content! Use with care.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📎  Append Mode  ("a")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11480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07008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16736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"a")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("New entry.\n")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07792"/>
            <a:ext cx="4114800" cy="640080"/>
          </a:xfrm>
          <a:prstGeom prst="rect">
            <a:avLst/>
          </a:prstGeom>
          <a:solidFill>
            <a:srgbClr val="E8FDF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9077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✅  Safe: 'a' mode adds to end of file. Existing content is preserved.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Key Differences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41648"/>
          <a:ext cx="8503920" cy="86868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56616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 Exists?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 Doesn't Exist?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"w"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Overwrites content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Creates new 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"a"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Adds to end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Creates new file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 with  Statement — Best Practice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0" y="164592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64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⭐ Recommended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Why use the with statement?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697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26974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Automatic close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File is closed automatically — even if an error occurs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97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07008"/>
            <a:ext cx="26974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Cleaner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need to call file.close() manually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07008"/>
            <a:ext cx="2697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07008"/>
            <a:ext cx="26974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Safer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Prevents file corruption from unclosed file handles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Without with  (old way):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487168"/>
            <a:ext cx="4114800" cy="12984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87168"/>
            <a:ext cx="54864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96896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"r")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= 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print(content)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Must remember this!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With  with  (recommended):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487168"/>
            <a:ext cx="4114800" cy="129844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87168"/>
            <a:ext cx="54864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596896"/>
            <a:ext cx="3931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"r")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= 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print(content)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8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closed automatically 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39136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Using with for all three modes: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224528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33425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open("data.txt", "r")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file:  content = file.read()        # Read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open("out.txt",  "w")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file:  file.write("text\n")       # Write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open("log.txt",  "a")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file:  file.write("entry\n")      # Append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Error Handling in File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What can go wrong?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697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26974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298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Trying to read a file that doesn't exist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2697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07008"/>
            <a:ext cx="2697480" cy="54864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298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No permission to open the file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207008"/>
            <a:ext cx="269748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07008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90488" y="12984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 (general)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0488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Catches any other unexpected error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8503920" cy="2331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03120"/>
            <a:ext cx="54864" cy="2331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671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 with try-except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83210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= open(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"myfile.txt"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"r")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file.</a:t>
            </a:r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print(content)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close()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0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FileNotFoundError: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print("Error: File not found.")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50" dirty="0">
                <a:solidFill>
                  <a:srgbClr val="D4E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print("An error occurred: ", 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590288"/>
            <a:ext cx="8503920" cy="438912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590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</a:rPr>
              <a:t>💡  Tip: Using the with statement reduces errors because the file is closed automatically, even if an exception occurs.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Main Activity — Differentiated Tasks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Choose the level that matches your confidence — push yourself!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265176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🌱  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91056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Open a file called 'greetings.txt' in write mode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Write the line: Hello, World!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Close the file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Re-open it in read mode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Print the contents to the 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Use file.close() each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🌿  Developing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91056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Use the with statement for all file operations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Write 3 different lines to 'diary.txt'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Append a 4th line using 'a' mode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Read and print all lines using a for loop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Use .strip() to remove newline characters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Test what happens if you run 'w' mode twice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18872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88720"/>
            <a:ext cx="26517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188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🌳  Secure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91056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Create a program that lets users add entries to 'log.txt'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Wrap all operations in try-except blocks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Handle FileNotFoundError specifically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Count how many lines are in the file after writing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Print a numbered list of all file contents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Handle if the user enters an empty string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📌  All levels: Check your code runs without errors before moving on. Peer-review with a classmate when done.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 Extension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Stretch!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Finished early? Take your skills further with these challenges: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69748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261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Challenge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5179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Grade Tracker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45059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Write a program that asks for a student name and grade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Append each entry to 'grades.txt' on a new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When user types 'done', read back all entries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Calculate and display the average grade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697480" cy="658368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261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Challenge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5179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Word Counter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45059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Read a text file and count the number of words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Count how many times each unique word appears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Sort words alphabetically and write to 'wordcount.txt'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Handle the case where the input file doesn't exist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2344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234440"/>
            <a:ext cx="2697480" cy="65836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2618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0E0"/>
                </a:solidFill>
              </a:rPr>
              <a:t>Challenge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151790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CSV Data Processor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245059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 Create a CSV file manually with name, age, score columns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2. Read it line by line and split each line on the comma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3. Find the highest score and print that student's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4. Research: how does Python's csv module make this easier?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💬  Discussion: What other programs could you build using file processing? Share your ideas!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Lesson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What have we learned today?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124358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Files store data permanently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15727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Unlike variables, files persist after the program closes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40864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40864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" y="241401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Three file modes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7432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 = read  |  "w" = write (overwrites!)  |  "a" = append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1129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" y="35844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Reading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" y="39136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read(), readlines(), or iterate with a for loop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170432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170432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82896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21808" y="1243584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Writing with write()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15727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\n for new lines. Always close or use with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340864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40864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82896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21808" y="2414016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with statement is best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21808" y="27432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Automatically closes the file — safer and cleaner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511296"/>
            <a:ext cx="4206240" cy="987552"/>
          </a:xfrm>
          <a:prstGeom prst="rect">
            <a:avLst/>
          </a:prstGeom>
          <a:solidFill>
            <a:srgbClr val="0D1B2E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11296"/>
            <a:ext cx="54864" cy="9875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82896" y="3584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21808" y="35844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Handle errors with try-except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391363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FileNotFoundError and other exceptions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855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</a:rPr>
              <a:t>B 2.5.1 — File Processing in Python  |  IB Computer Science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2.5.1 File Processing in Python</dc:title>
  <dc:subject>PptxGenJS Presentation</dc:subject>
  <dc:creator>PptxGenJS</dc:creator>
  <cp:lastModifiedBy>PptxGenJS</cp:lastModifiedBy>
  <cp:revision>1</cp:revision>
  <dcterms:created xsi:type="dcterms:W3CDTF">2026-04-05T09:13:22Z</dcterms:created>
  <dcterms:modified xsi:type="dcterms:W3CDTF">2026-04-05T09:13:22Z</dcterms:modified>
</cp:coreProperties>
</file>