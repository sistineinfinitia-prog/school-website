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041AC0-C0F3-4180-A92B-98F086069032}">
  <a:tblStyle styleId="{D0041AC0-C0F3-4180-A92B-98F0860690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915de0d9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915de0d9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915de0d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915de0d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15de0d9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15de0d9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915de0d9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915de0d9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915de0d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915de0d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915de0d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915de0d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915de0d9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915de0d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915de0d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915de0d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25" y="152400"/>
            <a:ext cx="78807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726425" y="459250"/>
            <a:ext cx="7532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B2.1.1 Construct and trace programs using a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range of global and local variables of various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data types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1160625" y="20484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variable is a space in memory used to store data, referenced by a unique _identifier. 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850" y="1746225"/>
            <a:ext cx="34385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025" y="336100"/>
            <a:ext cx="6439874" cy="43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/>
        </p:nvGraphicFramePr>
        <p:xfrm>
          <a:off x="670100" y="5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{D0041AC0-C0F3-4180-A92B-98F086069032}</a:tableStyleId>
              </a:tblPr>
              <a:tblGrid>
                <a:gridCol w="829650"/>
                <a:gridCol w="1775625"/>
                <a:gridCol w="2971650"/>
                <a:gridCol w="2296850"/>
              </a:tblGrid>
              <a:tr h="319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Data 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Assignment in Python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Example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Boolean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variable whose value can be true or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x: bool = False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single character or single ASCII value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Python does not have a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</a:t>
                      </a:r>
                      <a:r>
                        <a:rPr lang="en" sz="1100"/>
                        <a:t> data type. Use strings instead.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c: str = 'a'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%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!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Decimal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number containing a decimal point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f: float = 7.99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1.9283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2345.12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-594.39393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Integer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whole number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i: int = 0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29399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-2992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String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 alphanumeric collection of characters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s: str = "hello"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"Hello"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"45 Main Street"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"P@ssw0rd!"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00" y="85600"/>
            <a:ext cx="852252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3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722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125" y="1991900"/>
            <a:ext cx="4365825" cy="27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1275" y="2743375"/>
            <a:ext cx="5041625" cy="15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794325" y="835125"/>
            <a:ext cx="6195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Initial Password Creator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Ask user for their family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family_name = input("Enter your family name: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Extract a substring (first 3 letters of family name, uppercase)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substring = family_name[:3].upper()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Add some numbers and special characters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= substring + "@" + "123"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print("Your initial password is:", password)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900" y="3164847"/>
            <a:ext cx="4202474" cy="13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