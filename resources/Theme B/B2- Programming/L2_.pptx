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8af7b1df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8af7b1df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8af7b1df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8af7b1df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8af7b1df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8af7b1df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93358" y="19808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702600" y="635500"/>
            <a:ext cx="5983200" cy="25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</a:rPr>
              <a:t>Lesson 2 : Debugging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Trace Table -Python Programming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Given Link for the presentation : </a:t>
            </a:r>
            <a:r>
              <a:rPr lang="en"/>
              <a:t>https://docs.google.com/document/d/1RHVRhW70WlF5by3igX5ytok8VKeFDiu78yy2Nl1GXUc/edit?usp=sharing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2575" y="3184850"/>
            <a:ext cx="3055775" cy="123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000" y="763800"/>
            <a:ext cx="6369824" cy="39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375" y="152400"/>
            <a:ext cx="660163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