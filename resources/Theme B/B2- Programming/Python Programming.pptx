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Nuni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Nunito-bold.fntdata"/><Relationship Id="rId10" Type="http://schemas.openxmlformats.org/officeDocument/2006/relationships/slide" Target="slides/slide5.xml"/><Relationship Id="rId21" Type="http://schemas.openxmlformats.org/officeDocument/2006/relationships/font" Target="fonts/Nunito-regular.fntdata"/><Relationship Id="rId13" Type="http://schemas.openxmlformats.org/officeDocument/2006/relationships/slide" Target="slides/slide8.xml"/><Relationship Id="rId24" Type="http://schemas.openxmlformats.org/officeDocument/2006/relationships/font" Target="fonts/Nunito-boldItalic.fntdata"/><Relationship Id="rId12" Type="http://schemas.openxmlformats.org/officeDocument/2006/relationships/slide" Target="slides/slide7.xml"/><Relationship Id="rId23" Type="http://schemas.openxmlformats.org/officeDocument/2006/relationships/font" Target="fonts/Nuni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8017cb1ef2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8017cb1ef2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8017cb1ef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8017cb1ef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8017cb1ef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8017cb1ef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8017cb1ef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8017cb1ef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8017cb1ef2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8017cb1ef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8017cb1ef2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8017cb1ef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8017cb1ef2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8017cb1ef2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8017cb1ef2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8017cb1ef2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8017cb1ef2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8017cb1ef2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8017cb1ef2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8017cb1ef2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8017cb1ef2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8017cb1ef2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8017cb1ef2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8017cb1ef2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8017cb1ef2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8017cb1ef2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8017cb1ef2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8017cb1ef2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Programming 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then Else statements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idx="1" type="subTitle"/>
          </p:nvPr>
        </p:nvSpPr>
        <p:spPr>
          <a:xfrm>
            <a:off x="265025" y="3498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STARTER</a:t>
            </a:r>
            <a:r>
              <a:rPr lang="en"/>
              <a:t> </a:t>
            </a:r>
            <a:endParaRPr/>
          </a:p>
        </p:txBody>
      </p:sp>
      <p:sp>
        <p:nvSpPr>
          <p:cNvPr id="135" name="Google Shape;135;p14"/>
          <p:cNvSpPr txBox="1"/>
          <p:nvPr/>
        </p:nvSpPr>
        <p:spPr>
          <a:xfrm>
            <a:off x="1169125" y="1230325"/>
            <a:ext cx="7091400" cy="32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888" y="490650"/>
            <a:ext cx="8658225" cy="366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675" y="304025"/>
            <a:ext cx="7306800" cy="420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50" y="315700"/>
            <a:ext cx="8839200" cy="4230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32325"/>
            <a:ext cx="8839202" cy="3687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642250"/>
            <a:ext cx="8507325" cy="316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56338"/>
            <a:ext cx="8839201" cy="3030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37300"/>
            <a:ext cx="8839199" cy="37186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333316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87472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700" y="607275"/>
            <a:ext cx="8839199" cy="3541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2340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375" y="1155450"/>
            <a:ext cx="8839200" cy="309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7"/>
          <p:cNvSpPr txBox="1"/>
          <p:nvPr/>
        </p:nvSpPr>
        <p:spPr>
          <a:xfrm>
            <a:off x="2160500" y="1895150"/>
            <a:ext cx="42804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TRY USING </a:t>
            </a: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EXERCISE</a:t>
            </a: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SHEET - CHALLENGES 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