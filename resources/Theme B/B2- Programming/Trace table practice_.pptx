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_zmxtkkhrhfynnhxjxrvd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_zmxtkkhrhfynnhxjxrvd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slide_bmkklrikzvujuxkchnrq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slide_bmkklrikzvujuxkchnrq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slide_qjgbefejbrfentglterf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slide_qjgbefejbrfentglterf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slide_xcrfgetzsbkkwhlmkrf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slide_xcrfgetzsbkkwhlmkrf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https://chartexpo.com/blog/how-to-organize-data-in-excel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slide_wvyiknorjwnuykzyntql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slide_wvyiknorjwnuykzyntql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slide_kvjoeeaveyamxoueotoj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slide_kvjoeeaveyamxoueotoj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https://knowthecode.io/labs/building-blocks-of-programming/episode-7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slide_lrmsuxxbzixgazmtfrpl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slide_lrmsuxxbzixgazmtfrpl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slide_wjextqkofxektkmcxehn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slide_wjextqkofxektkmcxehn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https://www.stationx.net/python-data-structures-cheat-sheet/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slide_rdelyaypfdiimurxqgub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slide_rdelyaypfdiimurxqgub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slide_jqufbkzfegbflxkjhrjh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slide_jqufbkzfegbflxkjhrjh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https://www.twinkl.com.cn/resource/t-i-026-computing-debugging-champion-poster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slide_vksirlgqyjavhiegivky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slide_vksirlgqyjavhiegivky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1000" y="1333500"/>
            <a:ext cx="82551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Python Function Tracing: Understanding Code Execution Step by Step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Welcome to Function Tracing</a:t>
            </a:r>
            <a:endParaRPr sz="2500"/>
          </a:p>
        </p:txBody>
      </p:sp>
      <p:sp>
        <p:nvSpPr>
          <p:cNvPr id="60" name="Google Shape;60;p14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You will learn to trace Python functions step by step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Understand how variables change during execution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Master the art of debugging through systematic tracing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Opening Circle: Share one Python function you find challenging to understand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Today's learning target: Create accurate trace tables for any Python function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What is Function Tracing?</a:t>
            </a:r>
            <a:endParaRPr sz="2500"/>
          </a:p>
        </p:txBody>
      </p:sp>
      <p:sp>
        <p:nvSpPr>
          <p:cNvPr id="66" name="Google Shape;66;p15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Function tracing tracks how variables change as code executes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You follow each line of code in order of execution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Record variable values at each step in a trace table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Think-Pair-Share: Discuss why tracing helps with debugging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Essential skill for understanding program flow and finding errors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904875" y="-26437"/>
            <a:ext cx="520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Basic Trace Table Structure</a:t>
            </a:r>
            <a:endParaRPr sz="2500"/>
          </a:p>
        </p:txBody>
      </p:sp>
      <p:sp>
        <p:nvSpPr>
          <p:cNvPr id="72" name="Google Shape;72;p16"/>
          <p:cNvSpPr txBox="1"/>
          <p:nvPr/>
        </p:nvSpPr>
        <p:spPr>
          <a:xfrm>
            <a:off x="3175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Create columns for: Line Number, Code Executed, Variables, Output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Record each step as the program runs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Track all variable assignments and changes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Note when functions are called or return values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Compass Points activity: Move to corners based on your tracing experience level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00" y="1180827"/>
            <a:ext cx="3657600" cy="2096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Simple Addition Function Trace</a:t>
            </a:r>
            <a:endParaRPr sz="2500"/>
          </a:p>
        </p:txBody>
      </p:sp>
      <p:sp>
        <p:nvSpPr>
          <p:cNvPr id="79" name="Google Shape;79;p17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Function: def add_numbers(a, b): return a + b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Call: result = add_numbers(5, 3)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Line 1: a = 5, b = 3 (parameters assigned)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Line 2: return 5 + 3 = 8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Final: result = 8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Back-to-Back, Face-to-Face: Explain this trace to your partner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471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Loop Function Tracing Example</a:t>
            </a:r>
            <a:endParaRPr sz="2500"/>
          </a:p>
        </p:txBody>
      </p:sp>
      <p:sp>
        <p:nvSpPr>
          <p:cNvPr id="85" name="Google Shape;85;p18"/>
          <p:cNvSpPr txBox="1"/>
          <p:nvPr/>
        </p:nvSpPr>
        <p:spPr>
          <a:xfrm>
            <a:off x="48260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Function: def count_up(n): for i in range(n): print(i)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Call: count_up(3)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Iteration 1: i = 0, prints 0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Iteration 2: i = 1, prints 1 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Iteration 3: i = 2, prints 2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Loop ends, function returns None</a:t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138" y="342900"/>
            <a:ext cx="3179725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Conditional Function Trace</a:t>
            </a:r>
            <a:endParaRPr sz="2500"/>
          </a:p>
        </p:txBody>
      </p:sp>
      <p:sp>
        <p:nvSpPr>
          <p:cNvPr id="92" name="Google Shape;92;p19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Function: def check_grade(score): if score &gt;= 90: return "A"; else: return "B"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Call: grade = check_grade(85)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Line 1: score = 85 (parameter assigned)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Line 2: Check if 85 &gt;= 90 (False)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Line 3: Execute else branch, return "B"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Final: grade = "B"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Reflection Question: How would the trace differ with score = 95?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/>
        </p:nvSpPr>
        <p:spPr>
          <a:xfrm>
            <a:off x="904875" y="-38100"/>
            <a:ext cx="6842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List Manipulation Function</a:t>
            </a:r>
            <a:endParaRPr sz="2500"/>
          </a:p>
        </p:txBody>
      </p:sp>
      <p:sp>
        <p:nvSpPr>
          <p:cNvPr id="98" name="Google Shape;98;p20"/>
          <p:cNvSpPr txBox="1"/>
          <p:nvPr/>
        </p:nvSpPr>
        <p:spPr>
          <a:xfrm>
            <a:off x="3175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Function: def double_list(nums): return [x * 2 for x in nums]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Call: result = double_list([1, 2, 3])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Step 1: nums = [1, 2, 3]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Step 2: Process x = 1, calculate 1 * 2 = 2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Step 3: Process x = 2, calculate 2 * 2 = 4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Step 4: Process x = 3, calculate 3 * 2 = 6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Final: result = [2, 4, 6]</a:t>
            </a:r>
            <a:endParaRPr/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00" y="1212850"/>
            <a:ext cx="3657600" cy="20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Recursive Function Tracing</a:t>
            </a:r>
            <a:endParaRPr sz="2500"/>
          </a:p>
        </p:txBody>
      </p:sp>
      <p:sp>
        <p:nvSpPr>
          <p:cNvPr id="105" name="Google Shape;105;p21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Function: def factorial(n): if n &lt;= 1: return 1; else: return n * factorial(n-1)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Call: factorial(3)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Call 1: n = 3, 3 &gt; 1, return 3 * factorial(2)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Call 2: n = 2, 2 &gt; 1, return 2 * factorial(1) 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Call 3: n = 1, n &lt;= 1, return 1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Unwind: 2 * 1 = 2, then 3 * 2 = 6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Think-Pair-Share: Discuss how the call stack works in recursion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/>
        </p:nvSpPr>
        <p:spPr>
          <a:xfrm>
            <a:off x="1134250" y="428425"/>
            <a:ext cx="5376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Common Tracing Mistakes</a:t>
            </a:r>
            <a:endParaRPr sz="2500"/>
          </a:p>
        </p:txBody>
      </p:sp>
      <p:sp>
        <p:nvSpPr>
          <p:cNvPr id="111" name="Google Shape;111;p22"/>
          <p:cNvSpPr txBox="1"/>
          <p:nvPr/>
        </p:nvSpPr>
        <p:spPr>
          <a:xfrm>
            <a:off x="48260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Forgetting to update variable values after assignments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Not following the correct order of execution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Skipping function calls or returns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Misunderstanding loop iteration counts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Learning Target Check-in: Rate your confidence in avoiding these mistakes (1-5)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Practice prevents these common errors</a:t>
            </a:r>
            <a:endParaRPr/>
          </a:p>
        </p:txBody>
      </p:sp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314450"/>
            <a:ext cx="36576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Your Turn: Practice Tracing</a:t>
            </a:r>
            <a:endParaRPr sz="2500"/>
          </a:p>
        </p:txBody>
      </p:sp>
      <p:sp>
        <p:nvSpPr>
          <p:cNvPr id="118" name="Google Shape;118;p23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You will trace this function: def mystery(x, y): z = x + y; if z &gt; 10: z = z - 5; return z * 2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Call: result = mystery(7, 6)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Work with your partner to create a complete trace table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Include all variable assignments and conditional checks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Exit Ticket: What was the final value of result?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Closing Circle: Share one insight about function tracing you gained today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