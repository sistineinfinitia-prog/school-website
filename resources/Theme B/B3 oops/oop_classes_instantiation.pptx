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gBmk1IISorDhTuQJmQBXPdTiA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8832bb8d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8832bb8d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8832bb8d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realpython.com/videos/instantiating-class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B3.1.4  ·  Python 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Classes &amp;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Instantiation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242316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3200"/>
              <a:buFont typeface="Georgia"/>
              <a:buNone/>
            </a:pPr>
            <a:r>
              <a:rPr b="0" i="1" lang="en-US" sz="3200" u="none" cap="none" strike="noStrike">
                <a:solidFill>
                  <a:srgbClr val="90E0EF"/>
                </a:solidFill>
                <a:latin typeface="Georgia"/>
                <a:ea typeface="Georgia"/>
                <a:cs typeface="Georgia"/>
                <a:sym typeface="Georgia"/>
              </a:rPr>
              <a:t>in Python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3127248"/>
            <a:ext cx="22860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60" y="3291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Construct code to define classes and instantiate objects.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675120" y="1097280"/>
            <a:ext cx="2286000" cy="2743200"/>
          </a:xfrm>
          <a:prstGeom prst="rect">
            <a:avLst/>
          </a:prstGeom>
          <a:solidFill>
            <a:srgbClr val="25335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766560" y="1280160"/>
            <a:ext cx="21031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Dog: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def </a:t>
            </a:r>
            <a:r>
              <a:rPr b="0" i="0" lang="en-US" sz="11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(self...):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my_dog = </a:t>
            </a:r>
            <a:r>
              <a:rPr b="1" i="0" lang="en-US" sz="11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🚀  Starter Activity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Think about the real world: what do a Labrador and a Poodle have in common?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1783080"/>
            <a:ext cx="26517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65760" y="1783080"/>
            <a:ext cx="265176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1874520"/>
            <a:ext cx="365760" cy="36576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Match 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33172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Draw a line to match each term to its meaning: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Class         →  A single item made from the blueprint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Object        →  A blueprint for creating things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Attribute     →  An action an object can 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Method        →  Data stored inside an object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00400" y="1783080"/>
            <a:ext cx="26517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0" y="1783080"/>
            <a:ext cx="2651760" cy="7315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91840" y="1874520"/>
            <a:ext cx="365760" cy="36576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91840" y="1874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74904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Spot the Syntax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91840" y="233172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What Python keyword starts a class definition?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What naming convention do class names follow?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What does __init__ stand for?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Write down what 'self' means in your own words.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035040" y="1783080"/>
            <a:ext cx="2651760" cy="3108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126480" y="1874520"/>
            <a:ext cx="365760" cy="365760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126480" y="1874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583680" y="1874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Predict the Output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126480" y="2331720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What will print when you run this?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my_dog = Dog("Labrador", "Buddy")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my_dog.bark()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(Use the class definition from the notes)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⏱  5 minutes  ·  Work independently, then compare with a partner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Concepts at a Glance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74320" y="1051560"/>
            <a:ext cx="64008" cy="1170432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11480" y="11430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077B6"/>
                </a:solidFill>
                <a:latin typeface="Georgia"/>
                <a:ea typeface="Georgia"/>
                <a:cs typeface="Georgia"/>
                <a:sym typeface="Georgia"/>
              </a:rPr>
              <a:t>📐  Class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11480" y="1481328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blueprint or template that defines attributes (data) and methods (behaviours) for objects.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09160" y="1051560"/>
            <a:ext cx="4206240" cy="1170432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709160" y="1051560"/>
            <a:ext cx="64008" cy="1170432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846320" y="11430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7B2D8B"/>
                </a:solidFill>
                <a:latin typeface="Georgia"/>
                <a:ea typeface="Georgia"/>
                <a:cs typeface="Georgia"/>
                <a:sym typeface="Georgia"/>
              </a:rPr>
              <a:t>🧱  Object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846320" y="1481328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An individual instance created from a class. Each object has its own copy of the class attributes.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2350008"/>
            <a:ext cx="4206240" cy="1170432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74320" y="2350008"/>
            <a:ext cx="64008" cy="117043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11480" y="24414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🏷️  Attribute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11480" y="2779776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variable stored inside an object. Set using self.attribute_name inside the class.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09160" y="2350008"/>
            <a:ext cx="4206240" cy="1170432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709160" y="2350008"/>
            <a:ext cx="64008" cy="117043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846320" y="24414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⚙️  Method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846320" y="2779776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 function defined inside a class. Always takes self as the first parameter.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74320" y="3648456"/>
            <a:ext cx="4206240" cy="1170432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274320" y="3648456"/>
            <a:ext cx="64008" cy="117043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11480" y="373989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🔨  Constructor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11480" y="4078224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The __init__ method. Called automatically when an object is created to set initial values.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09160" y="3648456"/>
            <a:ext cx="4206240" cy="1170432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E0EE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709160" y="3648456"/>
            <a:ext cx="64008" cy="11704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846320" y="373989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Georgia"/>
                <a:ea typeface="Georgia"/>
                <a:cs typeface="Georgia"/>
                <a:sym typeface="Georgia"/>
              </a:rPr>
              <a:t>✨  Instantiation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846320" y="4078224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The process of creating an object from a class: my_dog = Dog('Lab', 'Buddy')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8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274320" y="109728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The Constructor: __init__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74320" y="1097280"/>
            <a:ext cx="384048" cy="38404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274320" y="1097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Define the class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77240" y="13258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 the class keyword followed by the class name in CapitalizedWords.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74320" y="2075688"/>
            <a:ext cx="384048" cy="384048"/>
          </a:xfrm>
          <a:prstGeom prst="ellipse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274320" y="20756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77240" y="20299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D8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7B2D8B"/>
                </a:solidFill>
                <a:latin typeface="Georgia"/>
                <a:ea typeface="Georgia"/>
                <a:cs typeface="Georgia"/>
                <a:sym typeface="Georgia"/>
              </a:rPr>
              <a:t>Write __init__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77240" y="2304288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This special method runs automatically when an object is created. Always include self as the first parameter.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4320" y="3054096"/>
            <a:ext cx="384048" cy="38404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74320" y="30540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77240" y="30083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Assign attributes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77240" y="3282696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Use self.attribute = value inside __init__ to store data on the object.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74320" y="4032504"/>
            <a:ext cx="384048" cy="38404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74320" y="40325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77240" y="39867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Instantiate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77240" y="4261104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Call the class like a function, passing any required arguments: Dog('Labrador', 'Buddy')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754880" y="1005840"/>
            <a:ext cx="4206240" cy="393192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754880" y="1005840"/>
            <a:ext cx="1005840" cy="25603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754880" y="10058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1A2744"/>
                </a:solidFill>
                <a:latin typeface="Consolas"/>
                <a:ea typeface="Consolas"/>
                <a:cs typeface="Consolas"/>
                <a:sym typeface="Consolas"/>
              </a:rPr>
              <a:t>dog.py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846320" y="1325880"/>
            <a:ext cx="40233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def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(self, breed, name):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self</a:t>
            </a: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breed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breed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self</a:t>
            </a: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=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self</a:t>
            </a: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= </a:t>
            </a:r>
            <a:r>
              <a:rPr b="0" i="0" lang="en-US" sz="1000" u="none" cap="none" strike="noStrike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def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bark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(self):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print(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f"Woof! I am {self.name}"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Instantiate two Dog objects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dog1 = </a:t>
            </a: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"Labrador"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"Buddy"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dog2 = </a:t>
            </a: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"Poodle"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0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"Bella"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dog1</a:t>
            </a: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bark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274320" y="109728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⭐  Task 1  ·  Build a Cat Class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132320" y="137160"/>
            <a:ext cx="1737360" cy="3200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7132320" y="13716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Standard  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🐱  Scenario: A cat rescue centre needs software to track its cats.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1691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Requirements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205740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Create a class called Cat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Constructor takes: name, breed, 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Include a default attribute: is_adopted =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Method purr() → prints 'Purrr! My name is {name}'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Method get_adopted() → sets is_adopted to True and prints a message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663440" y="1691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Starter Code Scaffold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663440" y="2057400"/>
            <a:ext cx="4206240" cy="23774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754880" y="2148840"/>
            <a:ext cx="40233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0" i="0" lang="en-US" sz="1000" u="none" cap="none" strike="noStrike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def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___________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(self, ?, ?, ?):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self.name = 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self.breed = 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self.age = 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self.is_adopted = 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def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purr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(self):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    # Your code 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  def </a:t>
            </a:r>
            <a:r>
              <a:rPr b="0" i="0" lang="en-US" sz="10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get_adopted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(self):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    # Your code 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65760" y="4434840"/>
            <a:ext cx="8412480" cy="566928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✅  Test it: Instantiate at least 3 cats and call all their methods. Print their is_adopted status before and after.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274320" y="109728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⭐⭐  Task 2  ·  Library Book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858000" y="137160"/>
            <a:ext cx="2011680" cy="3200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858000" y="1371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Challenging ⭐⭐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5760" y="1005840"/>
            <a:ext cx="8412480" cy="53035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📚  Scenario: A library needs to track its books and manage loans.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65760" y="16642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077B6"/>
                </a:solidFill>
                <a:latin typeface="Georgia"/>
                <a:ea typeface="Georgia"/>
                <a:cs typeface="Georgia"/>
                <a:sym typeface="Georgia"/>
              </a:rPr>
              <a:t>Your Class Must Include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65760" y="2029968"/>
            <a:ext cx="411480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Class name: 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Constructor: title, author, year, isbn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Default attribute: is_available = True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Method borrow(borrower_name) — marks unavailable, stores who borrowed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Method return_book() — marks available, clears borrower name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Method display_info() — prints a formatted summary of the book's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663440" y="1664208"/>
            <a:ext cx="4206240" cy="278892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663440" y="1664208"/>
            <a:ext cx="4206240" cy="7315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754880" y="1737360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9A3412"/>
                </a:solidFill>
                <a:latin typeface="Georgia"/>
                <a:ea typeface="Georgia"/>
                <a:cs typeface="Georgia"/>
                <a:sym typeface="Georgia"/>
              </a:rPr>
              <a:t>🏆  Extension Challenges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754880" y="2075688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Add a loan_count attribute that increases each time the book is borrowed. Print a message if it has been borrowed more than 5 times.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Create a second class: Library. Give it an attribute books (a list). Write an add_book(book) method and a search_by_author(author) method that returns all books by that author.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Handle errors: what happens if borrow() is called on an already-borrowed book? Display a helpful message instead of crashing.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5760" y="4498848"/>
            <a:ext cx="8412480" cy="54864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7200" y="45445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77B6"/>
                </a:solidFill>
                <a:latin typeface="Calibri"/>
                <a:ea typeface="Calibri"/>
                <a:cs typeface="Calibri"/>
                <a:sym typeface="Calibri"/>
              </a:rPr>
              <a:t>✅  Test it: Create at least 3 Book objects. Borrow and return some. Print all their statuses using display_info().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74320" y="109728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⭐⭐⭐  Task 3  ·  Bank Account Simulator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65760" y="1005840"/>
            <a:ext cx="8412480" cy="530352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57200" y="105156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🏦  Scenario: Model a bank account where customers can deposit, withdraw and check their balance.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65760" y="166420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Georgia"/>
                <a:ea typeface="Georgia"/>
                <a:cs typeface="Georgia"/>
                <a:sym typeface="Georgia"/>
              </a:rPr>
              <a:t>Class: BankAccount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65760" y="201168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Constructor: owner (name), balance (default = 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deposit(amount) — adds to balance, rejects negative amounts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withdraw(amount) — deducts from balance, prevents overdraft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get_balance() — prints owner name and current balance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transaction_history — list of all deposits and withdrawals as strings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print_statement() — prints all transactions neatly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663440" y="1664208"/>
            <a:ext cx="4206240" cy="160020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709160" y="17007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Expected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754880" y="1984248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&gt;&gt;&gt; acc = BankAccount('Alice', 100)</a:t>
            </a:r>
            <a:b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&gt;&gt;&gt; acc.deposit(50)</a:t>
            </a:r>
            <a:b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Deposited £50. New balance: £150</a:t>
            </a:r>
            <a:br>
              <a:rPr b="0" i="0" lang="en-US" sz="9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&gt;&gt;&gt; acc.withdraw(200)</a:t>
            </a:r>
            <a:b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Insufficient funds!</a:t>
            </a:r>
            <a:br>
              <a:rPr b="0" i="0" lang="en-US" sz="9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&gt;&gt;&gt; acc.print_statement()</a:t>
            </a:r>
            <a:br>
              <a:rPr b="0" i="0" lang="en-US" sz="9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--- Alice's statement ---</a:t>
            </a:r>
            <a:br>
              <a:rPr b="0" i="0" lang="en-US" sz="9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+ Deposit: £50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663440" y="3337560"/>
            <a:ext cx="4206240" cy="1554480"/>
          </a:xfrm>
          <a:prstGeom prst="rect">
            <a:avLst/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754880" y="3383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9A3412"/>
                </a:solidFill>
                <a:latin typeface="Georgia"/>
                <a:ea typeface="Georgia"/>
                <a:cs typeface="Georgia"/>
                <a:sym typeface="Georgia"/>
              </a:rPr>
              <a:t>💡  Hints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754880" y="3721608"/>
            <a:ext cx="393192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Use an if statement inside withdraw() to check the balance before deducting.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Store each transaction as a formatted string, e.g. '+ Deposit: £50', and append it to the list.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Use a for loop in print_statement() to iterate and print each item.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🚀  Bonus: Create a SavingsAccount subclass that adds an interest_rate attribute and an add_interest() method.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Lesson Summary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65760" y="841248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📐  A class is a blueprint that defines attributes and methods.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65760" y="137160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🧱  An object is a single instance created from a class.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65760" y="1901952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🔨  __init__ is the constructor — it runs when an object is created.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65760" y="2432304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self refers to the current instance of the object.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65760" y="2962656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 Instantiation: ClassName(arguments) creates an object in memory.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486400" y="685800"/>
            <a:ext cx="3383280" cy="4297680"/>
          </a:xfrm>
          <a:prstGeom prst="rect">
            <a:avLst/>
          </a:prstGeom>
          <a:solidFill>
            <a:srgbClr val="253356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486400" y="685800"/>
            <a:ext cx="338328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577840" y="777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🎟️  Exit Ticket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577840" y="1216152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577840" y="12161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943600" y="117043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Write ONE line of code that creates a Dog object called rex (a German Shepherd, age 3).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577840" y="1874520"/>
            <a:ext cx="3200400" cy="1828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577840" y="2148840"/>
            <a:ext cx="3200400" cy="1828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577840" y="2313432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577840" y="23134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943600" y="226771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a class and an object? (one sentence)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577840" y="2971800"/>
            <a:ext cx="3200400" cy="1828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577840" y="3246120"/>
            <a:ext cx="3200400" cy="1828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577840" y="3410712"/>
            <a:ext cx="292608" cy="29260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577840" y="34107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943600" y="3364992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Why does every method in a class need self as its first parameter?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577840" y="4069080"/>
            <a:ext cx="3200400" cy="1828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577840" y="4343400"/>
            <a:ext cx="3200400" cy="1828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B3.1.4  ·  OOP in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8832bb8d9_0_0"/>
          <p:cNvSpPr txBox="1"/>
          <p:nvPr/>
        </p:nvSpPr>
        <p:spPr>
          <a:xfrm>
            <a:off x="1592650" y="1775425"/>
            <a:ext cx="660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https://realpython.com/videos/instantiating-classes/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2026-04-22T07:17:02Z</dcterms:created>
  <dc:creator>PptxGenJS</dc:creator>
</cp:coreProperties>
</file>