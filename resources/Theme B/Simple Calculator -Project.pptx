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Nuni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italic.fntdata"/><Relationship Id="rId30" Type="http://schemas.openxmlformats.org/officeDocument/2006/relationships/font" Target="fonts/Nuni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hmeoegkszgsilmhhulv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hmeoegkszgsilmhhulv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from: https://www.geeksforgeeks.org/python/python-simple-gui-calculator-using-tkinter/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ewxlwsunakcksorwibv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ewxlwsunakcksorwibv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https://www.marlborough.org/news/~board/stem/post/computer-programming-classes-for-high-school-students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_gjqrwotrppinwvbyjch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_gjqrwotrppinwvbyjch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slide_hyxjzkhmolarrdiawuug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slide_hyxjzkhmolarrdiawuug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a536f3a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a536f3a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lide_jxihozrdvpspzchcffk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slide_jxihozrdvpspzchcffk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a536f3ac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a536f3ac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rvjtcfqtjgxykyxpwrdt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rvjtcfqtjgxykyxpwrd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oemzujognpusqvlvlzl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oemzujognpusqvlvlzl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https://www.simplilearn.com.cach3.com/tutorials/python-tutorial/python-functions.html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slide_pjalftwgihgqwijlwwdh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slide_pjalftwgihgqwijlwwd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slide_zvgwjliutkglbhhbzkl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slide_zvgwjliutkglbhhbzkl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slide_gwofusvewgzccwlrxqr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slide_gwofusvewgzccwlrxqr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https://www.chatstack.com/kb/windows-app-installation/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slide_mdfeqzxlrzmabttockfo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slide_mdfeqzxlrzmabttockfo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slide_wbdhcupceecshmokaaxw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slide_wbdhcupceecshmokaaxw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https://www.dreamstime.com/ui-design-concept-featuring-various-interface-elements-such-as-buttons-dropdowns-ui-design-concept-featuring-various-interface-image363839422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_xbzdsthbzmleyembvomi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_xbzdsthbzmleyembvomi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slide_iuoklwqufrabkzegpjxj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slide_iuoklwqufrabkzegpjxj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https://www.open.edu/openlearn/mod/oucontent/view.php?printable=1&amp;id=4256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slide_gdvricpimvkfbsuqrxg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slide_gdvricpimvkfbsuqrxg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slide_lgkrrqvkusgsyzhqvwgw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slide_lgkrrqvkusgsyzhqvwgw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https://forum.uipath.com/t/how-to-detect-open-application-running-in-the-background/28352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slide_zugxjuehxegxpfyehxt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slide_zugxjuehxegxpfyehxt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slide_qbwvofcjgoqvwdamncr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slide_qbwvofcjgoqvwdamncr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https://orthopracticeus.com/customized-orthodontic-appliances-theory-design-application/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slide_xzhcrtzdgzgmmtgmfis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slide_xzhcrtzdgzgmmtgmfis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slide_afuxgzmxgeieprznolf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slide_afuxgzmxgeieprznolf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slide_uwhjgiaomcjadywmpad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slide_uwhjgiaomcjadywmpad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https://www.pinterest.com/pin/8-fun-and-effective-lesson-closures--521362094364145586/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Building a Simple GUI Calculator with Python Tkinter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Opening Circle: Welcome to GUI Programming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Today we're learning how to create a graphical user interface (GUI) calculator using Python Tkinter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A GUI lets users interact with programs through buttons, windows, and displays instead of typing commands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By the end of this lesson, you'll understand how to build interactive applications that look professional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Let's start with a quick Think-Pair-Share: Think about a calculator app you use—what buttons and features does it have? Turn to a partner and discuss for 1 minute, then we'll share ideas with the class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1017984"/>
            <a:ext cx="3657600" cy="242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What is Tkinter?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Tkinter is Python's standard library for creating graphical user interfaces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 comes built-in with Python, so you don't need to install anything extra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Tkinter is the most popular choice for GUI development in Python because it's simple and powerful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 uses the Tk GUI toolkit, which has been trusted for decades in programming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You can create windows, buttons, text boxes, and much more with just a few lines of code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Why Choose Tkinter?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Fastest way to create GUI applications in Python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Easiest to learn for beginners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Built-in with Python—no extra downloads required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Perfect for creating simple to moderately complex applications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Cross-platform: works on Windows, Mac, and Linux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197475" y="1059200"/>
            <a:ext cx="6077400" cy="1719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To create a Tkinter: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AutoNum type="arabicPeriod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Importing the module – tkinter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AutoNum type="arabicPeriod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Create the main window (container)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AutoNum type="arabicPeriod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Add any number of widgets to the main window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AutoNum type="arabicPeriod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Apply the event Trigger on the widgets.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825" y="1059200"/>
            <a:ext cx="3001163" cy="206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Our Project: A Simple Calculator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We're building a calculator that performs four basic operations: addition, subtraction, multiplication, and division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calculator will have a display screen showing numbers and results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 will have number buttons (0–9), operator buttons (+, −, ×, ÷), and special buttons (=, Clear, decimal point)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Users will click buttons to enter expressions, and the calculator will show the result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This project teaches you how widgets work together to create a functional application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245100" y="583450"/>
            <a:ext cx="8653800" cy="3360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Explanation:</a:t>
            </a:r>
            <a:endParaRPr b="1"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press(key) 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appends input to expr and updates the display,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equal()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evaluates expr and shows result or error,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clear()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resets everything.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Sets up the main window with title, size, background and a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StringVar 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display linked to an entry widget for showing input/output.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Numeric buttons (0–9) arranged in a grid, each calls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press() 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with its number.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Operator buttons (+, -, *, /) placed in the grid, each calls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press()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with the operator symbol.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Additional buttons: = triggers calculation, Clear resets and 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. adds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a decimal point.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1432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350"/>
              <a:buFont typeface="Nunito"/>
              <a:buChar char="●"/>
            </a:pP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Uses</a:t>
            </a:r>
            <a:r>
              <a:rPr b="1"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grid()</a:t>
            </a:r>
            <a:r>
              <a:rPr lang="en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layout for neat positioning buttons have uniform size and color, runs the Tkinter main event loop.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Understanding the Code Structure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code has three main parts: functions, window setup, and widget creation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Functions handle what happens when buttons are clicked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Window setup configures the appearance and size of the calculator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Widget creation builds all the buttons and display screen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Everything runs inside the if __name__ == "__main__": block, which is Python best practice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Function 1: The press() Function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press(key) is called every time you click a number or operator button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It takes the key you pressed and adds it to a global expression string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 expression string stores everything you've typed (like "5+3")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After adding the key, it updates the display so you see what you typed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This function is the heart of input handling in our calculator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1289736"/>
            <a:ext cx="3657600" cy="1878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Function 2: The equal() Function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equal() is called when you click the = button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 uses Python's eval() function to calculate the result of your expression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If the calculation works, it shows the result on the display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If there's an error (like dividing by zero), it displays "error"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After showing the result, it clears the expression string so you can start a new calculation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Function 3: The clear() Function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clear() is called when you click the Clear button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 resets the expression string to empty ("")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 clears the display so the screen shows nothing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This lets you start fresh with a new calculation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It's the simplest function but essential for usability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Setting Up the Main Window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root = Tk() creates the main window object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root.configure(bg="light green") sets the background color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root.title("Simple Calculator") sets the window title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root.geometry("270x150") sets the window size to 270 pixels wide by 150 pixels tall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These settings control how your calculator looks when it opens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You can change colors, size, and title to customize your calculator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730755"/>
            <a:ext cx="3657600" cy="299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Creating the Display Screen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28" name="Google Shape;128;p2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display = StringVar() creates a variable that holds text and updates automatically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Entry(root, textvariable=display) creates a text box linked to the display variable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entry.grid(columnspan=4, ipadx=70) places the display across 4 columns with extra padding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When you press buttons, the display updates to show your input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display is read-only for users—they can't type directly into it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Building Number Buttons (0–9)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34" name="Google Shape;134;p26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Each number button is created with Button() and given properties like text, color, and size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fg='black' sets the text color to black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bg='red' sets the button background to red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command=lambda: press(1) tells the button to call press(1) when clicked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height=1, width=7 makes all buttons the same size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grid(row=X, column=Y) positions each button in a specific location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Numbers 1–3 go in row 2, numbers 4–6 in row 3, numbers 7–9 in row 4, and 0 in row 5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1229868"/>
            <a:ext cx="3657600" cy="1997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Building Operator Buttons (+, −, ×, ÷)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Operator buttons are created the same way as number buttons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+ button is placed in row 2, column 3 (right side)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− button is in row 3, column 3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× button is in row 4, column 3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 ÷ button is in row 5, column 3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Each operator button calls press() with its symbol when clicked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Grouping operators on the right side makes the layout intuitive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Building Special Buttons (=, Clear, Decimal)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 = button calls equal() instead of press()—it calculates the result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 Clear button calls clear()—it resets everything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 decimal point (.) button calls press('.')—it adds a decimal to your number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These buttons are positioned at the bottom of the calculator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They provide essential functionality beyond basic arithmetic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8" name="Google Shape;1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628650"/>
            <a:ext cx="36576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Understanding the Grid Layout System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54" name="Google Shape;154;p2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grid() is Tkinter's layout manager that arranges widgets in rows and columns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Think of it like a spreadsheet: each widget has a row number and column number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columnspan=4 makes the display stretch across 4 columns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ipadx=70 adds extra horizontal padding inside the display box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height and width control button size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This system makes it easy to create organized, professional-looking interfaces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Running Your Calculator: root.mainloop()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60" name="Google Shape;160;p30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root.mainloop() starts the calculator and keeps it running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It listens for events (button clicks, window closing) continuously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Without mainloop(), your window would appear and immediately close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 program stays in this loop until you close the window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This is the final line of every Tkinter application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61" name="Google Shape;16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3791" y="342900"/>
            <a:ext cx="2208418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Compass Points Protocol: What Interests You Most?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67" name="Google Shape;167;p3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Move to a corner based on what excites you most about this project: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NORTH: Creating the visual interface and button layout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SOUTH: Understanding how functions handle calculations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EAST: Customizing colors, sizes, and appearance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WEST: Adding new features like more operations or memory functions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Once in your corner, discuss with others why you chose that aspect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Be ready to share one insight with the whole class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/>
        </p:nvSpPr>
        <p:spPr>
          <a:xfrm>
            <a:off x="1176400" y="-38100"/>
            <a:ext cx="7310400" cy="5715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Customizing Your Calculator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Change colors: Replace 'red' with 'blue', 'green', 'yellow', or any color name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Change window size: Modify the geometry() values to make it bigger or smaller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Change background: Use root.configure(bg="your_color")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Add more buttons: Create new buttons and grid() them in empty spaces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Change fonts: Add font=("Arial", 12) to Entry() or Button() to customize text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Experiment with these changes to make the calculator your own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74" name="Google Shape;17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314450"/>
            <a:ext cx="36576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Common Errors and How to Fix Them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80" name="Google Shape;180;p3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SyntaxError: Check that all parentheses, brackets, and quotes are matched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NameError: Make sure you imported tkinter with "from tkinter import *"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Button not working: Verify the command= parameter is spelled correctly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Display not updating: Check that you're using StringVar() and textvariable=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Window won't close: Make sure mainloop() is at the very end of your code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Test your code frequently to catch errors early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Next Steps: Your Challenge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86" name="Google Shape;186;p34"/>
          <p:cNvSpPr txBox="1"/>
          <p:nvPr/>
        </p:nvSpPr>
        <p:spPr>
          <a:xfrm>
            <a:off x="269875" y="1143000"/>
            <a:ext cx="822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Build this calculator yourself by typing the code (don't copy-paste)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Test it by clicking buttons and performing calculations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Customize at least three things: colors, size, or button layout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Try adding a new button or feature (hint: you can add a square root button!)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Share your customized calculator with a classmate and explain your changes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Be ready to demonstrate your working calculator next class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Exit Ticket: Reflect on Your Learning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92" name="Google Shape;192;p35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On a piece of paper or digital form, answer these questions: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What is one thing you learned about Tkinter today?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Which function (press, equal, or clear) do you understand best, and why?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What's one feature you'd like to add to this calculator?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What question do you still have about GUI programming?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Turn in your exit ticket as you leave—this helps me know what to review next class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93" name="Google Shape;1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231" y="342900"/>
            <a:ext cx="2667539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